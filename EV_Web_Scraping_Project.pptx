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3bb15d-2bdb-b7f4-c6b6-d43a1172b742}">
          <p14:sldIdLst>
            <p14:sldId id="256"/>
            <p14:sldId id="257"/>
          </p14:sldIdLst>
        </p14:section>
        <p14:section name="Method" id="{fea84413-8484-3065-6630-c6b213a6e4c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sults" id="{2bf84c4e-ebda-0eb1-8ea9-0f997f804a09}">
          <p14:sldIdLst>
            <p14:sldId id="266"/>
            <p14:sldId id="267"/>
            <p14:sldId id="268"/>
            <p14:sldId id="269"/>
          </p14:sldIdLst>
        </p14:section>
        <p14:section name="Wrap-up" id="{c47e2e0c-bb1f-37bf-2b95-ad65c95ad762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Variants</c:v>
                </c:pt>
              </c:strCache>
            </c:strRef>
          </c:tx>
          <c:spPr>
            <a:solidFill>
              <a:srgbClr val="E11B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1D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Mercedes-Benz</c:v>
                  </c:pt>
                  <c:pt idx="1">
                    <c:v>Tesla</c:v>
                  </c:pt>
                  <c:pt idx="2">
                    <c:v>Volkswagen</c:v>
                  </c:pt>
                  <c:pt idx="3">
                    <c:v>Porsche</c:v>
                  </c:pt>
                  <c:pt idx="4">
                    <c:v>Audi</c:v>
                  </c:pt>
                  <c:pt idx="5">
                    <c:v>Ford</c:v>
                  </c:pt>
                  <c:pt idx="6">
                    <c:v>BMW</c:v>
                  </c:pt>
                  <c:pt idx="7">
                    <c:v>Volvo</c:v>
                  </c:pt>
                  <c:pt idx="8">
                    <c:v>Peugeot</c:v>
                  </c:pt>
                  <c:pt idx="9">
                    <c:v>Opel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114</c:v>
                </c:pt>
                <c:pt idx="1">
                  <c:v>88</c:v>
                </c:pt>
                <c:pt idx="2">
                  <c:v>82</c:v>
                </c:pt>
                <c:pt idx="3">
                  <c:v>61</c:v>
                </c:pt>
                <c:pt idx="4">
                  <c:v>59</c:v>
                </c:pt>
                <c:pt idx="5">
                  <c:v>59</c:v>
                </c:pt>
                <c:pt idx="6">
                  <c:v>49</c:v>
                </c:pt>
                <c:pt idx="7">
                  <c:v>46</c:v>
                </c:pt>
                <c:pt idx="8">
                  <c:v>43</c:v>
                </c:pt>
                <c:pt idx="9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1D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range (km)</c:v>
                </c:pt>
              </c:strCache>
            </c:strRef>
          </c:tx>
          <c:spPr>
            <a:solidFill>
              <a:srgbClr val="E11B22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E11B22"/>
              </a:solidFill>
              <a:ln w="9525" cap="flat">
                <a:solidFill>
                  <a:srgbClr val="E11B22"/>
                </a:solidFill>
                <a:prstDash val="solid"/>
                <a:round/>
              </a:ln>
              <a:effectLst/>
            </c:spPr>
          </c:marker>
          <c:xVal>
            <c:numRef>
              <c:f>Sheet1!$A$2:$A$1215</c:f>
              <c:numCache>
                <c:formatCode>General</c:formatCode>
                <c:ptCount val="1214"/>
                <c:pt idx="0">
                  <c:v>37</c:v>
                </c:pt>
                <c:pt idx="1">
                  <c:v>69</c:v>
                </c:pt>
                <c:pt idx="2">
                  <c:v>80</c:v>
                </c:pt>
                <c:pt idx="3">
                  <c:v>73</c:v>
                </c:pt>
                <c:pt idx="4">
                  <c:v>30</c:v>
                </c:pt>
                <c:pt idx="5">
                  <c:v>38</c:v>
                </c:pt>
                <c:pt idx="6">
                  <c:v>55</c:v>
                </c:pt>
                <c:pt idx="7">
                  <c:v>53</c:v>
                </c:pt>
                <c:pt idx="8">
                  <c:v>46</c:v>
                </c:pt>
                <c:pt idx="9">
                  <c:v>56</c:v>
                </c:pt>
                <c:pt idx="10">
                  <c:v>39</c:v>
                </c:pt>
                <c:pt idx="11">
                  <c:v>62</c:v>
                </c:pt>
                <c:pt idx="12">
                  <c:v>41</c:v>
                </c:pt>
                <c:pt idx="13">
                  <c:v>47</c:v>
                </c:pt>
                <c:pt idx="14">
                  <c:v>33</c:v>
                </c:pt>
                <c:pt idx="15">
                  <c:v>47</c:v>
                </c:pt>
                <c:pt idx="16">
                  <c:v>61</c:v>
                </c:pt>
                <c:pt idx="17">
                  <c:v>47</c:v>
                </c:pt>
                <c:pt idx="18">
                  <c:v>41</c:v>
                </c:pt>
                <c:pt idx="19">
                  <c:v>71</c:v>
                </c:pt>
                <c:pt idx="20">
                  <c:v>43</c:v>
                </c:pt>
                <c:pt idx="21">
                  <c:v>43</c:v>
                </c:pt>
                <c:pt idx="22">
                  <c:v>47</c:v>
                </c:pt>
                <c:pt idx="23">
                  <c:v>33</c:v>
                </c:pt>
                <c:pt idx="24">
                  <c:v>30</c:v>
                </c:pt>
                <c:pt idx="25">
                  <c:v>24</c:v>
                </c:pt>
                <c:pt idx="26">
                  <c:v>38</c:v>
                </c:pt>
                <c:pt idx="27">
                  <c:v>40</c:v>
                </c:pt>
                <c:pt idx="28">
                  <c:v>55</c:v>
                </c:pt>
                <c:pt idx="29">
                  <c:v>65</c:v>
                </c:pt>
                <c:pt idx="30">
                  <c:v>31</c:v>
                </c:pt>
                <c:pt idx="31">
                  <c:v>42</c:v>
                </c:pt>
                <c:pt idx="32">
                  <c:v>42</c:v>
                </c:pt>
                <c:pt idx="33">
                  <c:v>41</c:v>
                </c:pt>
                <c:pt idx="34">
                  <c:v>70</c:v>
                </c:pt>
                <c:pt idx="35">
                  <c:v>41</c:v>
                </c:pt>
                <c:pt idx="36">
                  <c:v>32</c:v>
                </c:pt>
                <c:pt idx="37">
                  <c:v>45</c:v>
                </c:pt>
                <c:pt idx="38">
                  <c:v>77</c:v>
                </c:pt>
                <c:pt idx="39">
                  <c:v>49</c:v>
                </c:pt>
                <c:pt idx="40">
                  <c:v>42</c:v>
                </c:pt>
                <c:pt idx="41">
                  <c:v>47</c:v>
                </c:pt>
                <c:pt idx="42">
                  <c:v>117</c:v>
                </c:pt>
                <c:pt idx="43">
                  <c:v>54</c:v>
                </c:pt>
                <c:pt idx="44">
                  <c:v>52</c:v>
                </c:pt>
                <c:pt idx="45">
                  <c:v>62</c:v>
                </c:pt>
                <c:pt idx="46">
                  <c:v>56</c:v>
                </c:pt>
                <c:pt idx="47">
                  <c:v>44</c:v>
                </c:pt>
                <c:pt idx="48">
                  <c:v>18</c:v>
                </c:pt>
                <c:pt idx="49">
                  <c:v>52</c:v>
                </c:pt>
                <c:pt idx="50">
                  <c:v>51</c:v>
                </c:pt>
                <c:pt idx="51">
                  <c:v>56</c:v>
                </c:pt>
                <c:pt idx="52">
                  <c:v>54</c:v>
                </c:pt>
                <c:pt idx="53">
                  <c:v>44</c:v>
                </c:pt>
                <c:pt idx="54">
                  <c:v>55</c:v>
                </c:pt>
                <c:pt idx="55">
                  <c:v>34</c:v>
                </c:pt>
                <c:pt idx="56">
                  <c:v>44</c:v>
                </c:pt>
                <c:pt idx="57">
                  <c:v>57</c:v>
                </c:pt>
                <c:pt idx="58">
                  <c:v>57</c:v>
                </c:pt>
                <c:pt idx="59">
                  <c:v>48</c:v>
                </c:pt>
                <c:pt idx="60">
                  <c:v>38</c:v>
                </c:pt>
                <c:pt idx="61">
                  <c:v>42</c:v>
                </c:pt>
                <c:pt idx="62">
                  <c:v>49</c:v>
                </c:pt>
                <c:pt idx="63">
                  <c:v>42</c:v>
                </c:pt>
                <c:pt idx="64">
                  <c:v>74</c:v>
                </c:pt>
                <c:pt idx="65">
                  <c:v>47</c:v>
                </c:pt>
                <c:pt idx="66">
                  <c:v>49</c:v>
                </c:pt>
                <c:pt idx="67">
                  <c:v>52</c:v>
                </c:pt>
                <c:pt idx="68">
                  <c:v>26</c:v>
                </c:pt>
                <c:pt idx="69">
                  <c:v>44</c:v>
                </c:pt>
                <c:pt idx="70">
                  <c:v>36</c:v>
                </c:pt>
                <c:pt idx="71">
                  <c:v>55</c:v>
                </c:pt>
                <c:pt idx="72">
                  <c:v>68</c:v>
                </c:pt>
                <c:pt idx="73">
                  <c:v>47</c:v>
                </c:pt>
                <c:pt idx="74">
                  <c:v>37</c:v>
                </c:pt>
                <c:pt idx="75">
                  <c:v>61</c:v>
                </c:pt>
                <c:pt idx="76">
                  <c:v>35</c:v>
                </c:pt>
                <c:pt idx="77">
                  <c:v>52</c:v>
                </c:pt>
                <c:pt idx="78">
                  <c:v>55</c:v>
                </c:pt>
                <c:pt idx="79">
                  <c:v>118</c:v>
                </c:pt>
                <c:pt idx="80">
                  <c:v>45</c:v>
                </c:pt>
                <c:pt idx="81">
                  <c:v>49</c:v>
                </c:pt>
                <c:pt idx="82">
                  <c:v>132</c:v>
                </c:pt>
                <c:pt idx="83">
                  <c:v>47</c:v>
                </c:pt>
                <c:pt idx="84">
                  <c:v>30</c:v>
                </c:pt>
                <c:pt idx="85">
                  <c:v>45</c:v>
                </c:pt>
                <c:pt idx="86">
                  <c:v>62</c:v>
                </c:pt>
                <c:pt idx="87">
                  <c:v>28</c:v>
                </c:pt>
                <c:pt idx="88">
                  <c:v>36</c:v>
                </c:pt>
                <c:pt idx="89">
                  <c:v>50</c:v>
                </c:pt>
                <c:pt idx="90">
                  <c:v>40</c:v>
                </c:pt>
                <c:pt idx="91">
                  <c:v>20</c:v>
                </c:pt>
                <c:pt idx="92">
                  <c:v>34</c:v>
                </c:pt>
                <c:pt idx="93">
                  <c:v>56</c:v>
                </c:pt>
                <c:pt idx="94">
                  <c:v>50</c:v>
                </c:pt>
                <c:pt idx="95">
                  <c:v>34</c:v>
                </c:pt>
                <c:pt idx="96">
                  <c:v>36</c:v>
                </c:pt>
                <c:pt idx="97">
                  <c:v>39</c:v>
                </c:pt>
                <c:pt idx="98">
                  <c:v>50</c:v>
                </c:pt>
                <c:pt idx="99">
                  <c:v>384</c:v>
                </c:pt>
                <c:pt idx="100">
                  <c:v>51</c:v>
                </c:pt>
                <c:pt idx="101">
                  <c:v>56</c:v>
                </c:pt>
                <c:pt idx="102">
                  <c:v>24</c:v>
                </c:pt>
                <c:pt idx="103">
                  <c:v>24</c:v>
                </c:pt>
                <c:pt idx="104">
                  <c:v>54</c:v>
                </c:pt>
                <c:pt idx="105">
                  <c:v>79</c:v>
                </c:pt>
                <c:pt idx="106">
                  <c:v>42</c:v>
                </c:pt>
                <c:pt idx="107">
                  <c:v>107</c:v>
                </c:pt>
                <c:pt idx="108">
                  <c:v>34</c:v>
                </c:pt>
                <c:pt idx="109">
                  <c:v>56</c:v>
                </c:pt>
                <c:pt idx="110">
                  <c:v>56</c:v>
                </c:pt>
                <c:pt idx="111">
                  <c:v>38</c:v>
                </c:pt>
                <c:pt idx="112">
                  <c:v>64</c:v>
                </c:pt>
                <c:pt idx="113">
                  <c:v>53</c:v>
                </c:pt>
                <c:pt idx="114">
                  <c:v>40</c:v>
                </c:pt>
                <c:pt idx="115">
                  <c:v>50</c:v>
                </c:pt>
                <c:pt idx="116">
                  <c:v>64</c:v>
                </c:pt>
                <c:pt idx="117">
                  <c:v>53</c:v>
                </c:pt>
                <c:pt idx="118">
                  <c:v>76</c:v>
                </c:pt>
                <c:pt idx="119">
                  <c:v>32</c:v>
                </c:pt>
                <c:pt idx="120">
                  <c:v>45</c:v>
                </c:pt>
                <c:pt idx="121">
                  <c:v>67</c:v>
                </c:pt>
                <c:pt idx="122">
                  <c:v>42</c:v>
                </c:pt>
                <c:pt idx="123">
                  <c:v>58</c:v>
                </c:pt>
                <c:pt idx="124">
                  <c:v>44</c:v>
                </c:pt>
                <c:pt idx="125">
                  <c:v>40</c:v>
                </c:pt>
                <c:pt idx="126">
                  <c:v>33</c:v>
                </c:pt>
                <c:pt idx="127">
                  <c:v>40</c:v>
                </c:pt>
                <c:pt idx="128">
                  <c:v>52</c:v>
                </c:pt>
                <c:pt idx="129">
                  <c:v>45</c:v>
                </c:pt>
                <c:pt idx="130">
                  <c:v>48</c:v>
                </c:pt>
                <c:pt idx="131">
                  <c:v>46</c:v>
                </c:pt>
                <c:pt idx="132">
                  <c:v>108</c:v>
                </c:pt>
                <c:pt idx="133">
                  <c:v>67</c:v>
                </c:pt>
                <c:pt idx="134">
                  <c:v>60</c:v>
                </c:pt>
                <c:pt idx="135">
                  <c:v>52</c:v>
                </c:pt>
                <c:pt idx="136">
                  <c:v>41</c:v>
                </c:pt>
                <c:pt idx="137">
                  <c:v>43</c:v>
                </c:pt>
                <c:pt idx="138">
                  <c:v>38</c:v>
                </c:pt>
                <c:pt idx="139">
                  <c:v>64</c:v>
                </c:pt>
                <c:pt idx="140">
                  <c:v>77</c:v>
                </c:pt>
                <c:pt idx="141">
                  <c:v>41</c:v>
                </c:pt>
                <c:pt idx="142">
                  <c:v>65</c:v>
                </c:pt>
                <c:pt idx="143">
                  <c:v>53</c:v>
                </c:pt>
                <c:pt idx="144">
                  <c:v>40</c:v>
                </c:pt>
                <c:pt idx="145">
                  <c:v>77</c:v>
                </c:pt>
                <c:pt idx="146">
                  <c:v>49</c:v>
                </c:pt>
                <c:pt idx="147">
                  <c:v>39</c:v>
                </c:pt>
                <c:pt idx="148">
                  <c:v>37</c:v>
                </c:pt>
                <c:pt idx="149">
                  <c:v>70</c:v>
                </c:pt>
                <c:pt idx="150">
                  <c:v>50</c:v>
                </c:pt>
                <c:pt idx="151">
                  <c:v>48</c:v>
                </c:pt>
                <c:pt idx="152">
                  <c:v>43</c:v>
                </c:pt>
                <c:pt idx="153">
                  <c:v>183</c:v>
                </c:pt>
                <c:pt idx="154">
                  <c:v>37</c:v>
                </c:pt>
                <c:pt idx="155">
                  <c:v>79</c:v>
                </c:pt>
                <c:pt idx="156">
                  <c:v>44</c:v>
                </c:pt>
                <c:pt idx="157">
                  <c:v>46</c:v>
                </c:pt>
                <c:pt idx="158">
                  <c:v>48</c:v>
                </c:pt>
                <c:pt idx="159">
                  <c:v>37</c:v>
                </c:pt>
                <c:pt idx="160">
                  <c:v>56</c:v>
                </c:pt>
                <c:pt idx="161">
                  <c:v>79</c:v>
                </c:pt>
                <c:pt idx="162">
                  <c:v>44</c:v>
                </c:pt>
                <c:pt idx="163">
                  <c:v>62</c:v>
                </c:pt>
                <c:pt idx="164">
                  <c:v>42</c:v>
                </c:pt>
                <c:pt idx="165">
                  <c:v>37</c:v>
                </c:pt>
                <c:pt idx="166">
                  <c:v>47</c:v>
                </c:pt>
                <c:pt idx="167">
                  <c:v>34</c:v>
                </c:pt>
                <c:pt idx="168">
                  <c:v>81</c:v>
                </c:pt>
                <c:pt idx="169">
                  <c:v>52</c:v>
                </c:pt>
                <c:pt idx="170">
                  <c:v>28</c:v>
                </c:pt>
                <c:pt idx="171">
                  <c:v>31</c:v>
                </c:pt>
                <c:pt idx="172">
                  <c:v>62</c:v>
                </c:pt>
                <c:pt idx="173">
                  <c:v>120</c:v>
                </c:pt>
                <c:pt idx="174">
                  <c:v>24</c:v>
                </c:pt>
                <c:pt idx="175">
                  <c:v>53</c:v>
                </c:pt>
                <c:pt idx="176">
                  <c:v>102</c:v>
                </c:pt>
                <c:pt idx="177">
                  <c:v>38</c:v>
                </c:pt>
                <c:pt idx="178">
                  <c:v>59</c:v>
                </c:pt>
                <c:pt idx="179">
                  <c:v>31</c:v>
                </c:pt>
                <c:pt idx="180">
                  <c:v>106</c:v>
                </c:pt>
                <c:pt idx="181">
                  <c:v>52</c:v>
                </c:pt>
                <c:pt idx="182">
                  <c:v>43</c:v>
                </c:pt>
                <c:pt idx="183">
                  <c:v>78</c:v>
                </c:pt>
                <c:pt idx="184">
                  <c:v>50</c:v>
                </c:pt>
                <c:pt idx="185">
                  <c:v>59</c:v>
                </c:pt>
                <c:pt idx="186">
                  <c:v>29</c:v>
                </c:pt>
                <c:pt idx="187">
                  <c:v>32</c:v>
                </c:pt>
                <c:pt idx="188">
                  <c:v>103</c:v>
                </c:pt>
                <c:pt idx="189">
                  <c:v>48</c:v>
                </c:pt>
                <c:pt idx="190">
                  <c:v>44</c:v>
                </c:pt>
                <c:pt idx="191">
                  <c:v>32</c:v>
                </c:pt>
                <c:pt idx="192">
                  <c:v>35</c:v>
                </c:pt>
                <c:pt idx="193">
                  <c:v>138</c:v>
                </c:pt>
                <c:pt idx="194">
                  <c:v>29</c:v>
                </c:pt>
                <c:pt idx="195">
                  <c:v>73</c:v>
                </c:pt>
                <c:pt idx="196">
                  <c:v>37</c:v>
                </c:pt>
                <c:pt idx="197">
                  <c:v>38</c:v>
                </c:pt>
                <c:pt idx="198">
                  <c:v>51</c:v>
                </c:pt>
                <c:pt idx="199">
                  <c:v>41</c:v>
                </c:pt>
                <c:pt idx="200">
                  <c:v>47</c:v>
                </c:pt>
                <c:pt idx="201">
                  <c:v>36</c:v>
                </c:pt>
                <c:pt idx="202">
                  <c:v>36</c:v>
                </c:pt>
                <c:pt idx="203">
                  <c:v>39</c:v>
                </c:pt>
                <c:pt idx="204">
                  <c:v>36</c:v>
                </c:pt>
                <c:pt idx="205">
                  <c:v>51</c:v>
                </c:pt>
                <c:pt idx="206">
                  <c:v>111</c:v>
                </c:pt>
                <c:pt idx="207">
                  <c:v>114</c:v>
                </c:pt>
                <c:pt idx="208">
                  <c:v>45</c:v>
                </c:pt>
                <c:pt idx="209">
                  <c:v>53</c:v>
                </c:pt>
                <c:pt idx="210">
                  <c:v>64</c:v>
                </c:pt>
                <c:pt idx="211">
                  <c:v>48</c:v>
                </c:pt>
                <c:pt idx="212">
                  <c:v>55</c:v>
                </c:pt>
                <c:pt idx="213">
                  <c:v>57</c:v>
                </c:pt>
                <c:pt idx="214">
                  <c:v>41</c:v>
                </c:pt>
                <c:pt idx="215">
                  <c:v>59</c:v>
                </c:pt>
                <c:pt idx="216">
                  <c:v>55</c:v>
                </c:pt>
                <c:pt idx="217">
                  <c:v>59</c:v>
                </c:pt>
                <c:pt idx="218">
                  <c:v>118</c:v>
                </c:pt>
                <c:pt idx="219">
                  <c:v>110</c:v>
                </c:pt>
                <c:pt idx="220">
                  <c:v>30</c:v>
                </c:pt>
                <c:pt idx="221">
                  <c:v>47</c:v>
                </c:pt>
                <c:pt idx="222">
                  <c:v>59</c:v>
                </c:pt>
                <c:pt idx="223">
                  <c:v>69</c:v>
                </c:pt>
                <c:pt idx="224">
                  <c:v>27</c:v>
                </c:pt>
                <c:pt idx="225">
                  <c:v>43</c:v>
                </c:pt>
                <c:pt idx="226">
                  <c:v>64</c:v>
                </c:pt>
                <c:pt idx="227">
                  <c:v>54</c:v>
                </c:pt>
                <c:pt idx="228">
                  <c:v>106</c:v>
                </c:pt>
                <c:pt idx="229">
                  <c:v>17</c:v>
                </c:pt>
                <c:pt idx="230">
                  <c:v>64</c:v>
                </c:pt>
                <c:pt idx="231">
                  <c:v>36</c:v>
                </c:pt>
                <c:pt idx="232">
                  <c:v>48</c:v>
                </c:pt>
                <c:pt idx="233">
                  <c:v>44</c:v>
                </c:pt>
                <c:pt idx="234">
                  <c:v>53</c:v>
                </c:pt>
                <c:pt idx="235">
                  <c:v>74</c:v>
                </c:pt>
                <c:pt idx="236">
                  <c:v>34</c:v>
                </c:pt>
                <c:pt idx="237">
                  <c:v>19</c:v>
                </c:pt>
                <c:pt idx="238">
                  <c:v>51</c:v>
                </c:pt>
                <c:pt idx="239">
                  <c:v>57</c:v>
                </c:pt>
                <c:pt idx="240">
                  <c:v>73</c:v>
                </c:pt>
                <c:pt idx="241">
                  <c:v>17</c:v>
                </c:pt>
                <c:pt idx="242">
                  <c:v>53</c:v>
                </c:pt>
                <c:pt idx="243">
                  <c:v>36</c:v>
                </c:pt>
                <c:pt idx="244">
                  <c:v>86</c:v>
                </c:pt>
                <c:pt idx="245">
                  <c:v>39</c:v>
                </c:pt>
                <c:pt idx="246">
                  <c:v>37</c:v>
                </c:pt>
                <c:pt idx="247">
                  <c:v>47</c:v>
                </c:pt>
                <c:pt idx="248">
                  <c:v>26</c:v>
                </c:pt>
                <c:pt idx="249">
                  <c:v>62</c:v>
                </c:pt>
                <c:pt idx="250">
                  <c:v>40</c:v>
                </c:pt>
                <c:pt idx="251">
                  <c:v>45</c:v>
                </c:pt>
                <c:pt idx="252">
                  <c:v>25</c:v>
                </c:pt>
                <c:pt idx="253">
                  <c:v>49</c:v>
                </c:pt>
                <c:pt idx="254">
                  <c:v>61</c:v>
                </c:pt>
                <c:pt idx="255">
                  <c:v>50</c:v>
                </c:pt>
                <c:pt idx="256">
                  <c:v>47</c:v>
                </c:pt>
                <c:pt idx="257">
                  <c:v>53</c:v>
                </c:pt>
                <c:pt idx="258">
                  <c:v>85</c:v>
                </c:pt>
                <c:pt idx="259">
                  <c:v>55</c:v>
                </c:pt>
                <c:pt idx="260">
                  <c:v>39</c:v>
                </c:pt>
                <c:pt idx="261">
                  <c:v>44</c:v>
                </c:pt>
                <c:pt idx="262">
                  <c:v>71</c:v>
                </c:pt>
                <c:pt idx="263">
                  <c:v>53</c:v>
                </c:pt>
                <c:pt idx="264">
                  <c:v>70</c:v>
                </c:pt>
                <c:pt idx="265">
                  <c:v>44</c:v>
                </c:pt>
                <c:pt idx="266">
                  <c:v>48</c:v>
                </c:pt>
                <c:pt idx="267">
                  <c:v>89</c:v>
                </c:pt>
                <c:pt idx="268">
                  <c:v>61</c:v>
                </c:pt>
                <c:pt idx="269">
                  <c:v>36</c:v>
                </c:pt>
                <c:pt idx="270">
                  <c:v>40</c:v>
                </c:pt>
                <c:pt idx="271">
                  <c:v>43</c:v>
                </c:pt>
                <c:pt idx="272">
                  <c:v>32</c:v>
                </c:pt>
                <c:pt idx="273">
                  <c:v>36</c:v>
                </c:pt>
                <c:pt idx="274">
                  <c:v>57</c:v>
                </c:pt>
                <c:pt idx="275">
                  <c:v>59</c:v>
                </c:pt>
                <c:pt idx="276">
                  <c:v>37</c:v>
                </c:pt>
                <c:pt idx="277">
                  <c:v>42</c:v>
                </c:pt>
                <c:pt idx="278">
                  <c:v>55</c:v>
                </c:pt>
                <c:pt idx="279">
                  <c:v>60</c:v>
                </c:pt>
                <c:pt idx="280">
                  <c:v>38</c:v>
                </c:pt>
                <c:pt idx="281">
                  <c:v>58</c:v>
                </c:pt>
                <c:pt idx="282">
                  <c:v>66</c:v>
                </c:pt>
                <c:pt idx="283">
                  <c:v>74</c:v>
                </c:pt>
                <c:pt idx="284">
                  <c:v>38</c:v>
                </c:pt>
                <c:pt idx="285">
                  <c:v>64</c:v>
                </c:pt>
                <c:pt idx="286">
                  <c:v>55</c:v>
                </c:pt>
                <c:pt idx="287">
                  <c:v>48</c:v>
                </c:pt>
                <c:pt idx="288">
                  <c:v>44</c:v>
                </c:pt>
                <c:pt idx="289">
                  <c:v>47</c:v>
                </c:pt>
                <c:pt idx="290">
                  <c:v>43</c:v>
                </c:pt>
                <c:pt idx="291">
                  <c:v>63</c:v>
                </c:pt>
                <c:pt idx="292">
                  <c:v>89</c:v>
                </c:pt>
                <c:pt idx="293">
                  <c:v>36</c:v>
                </c:pt>
                <c:pt idx="294">
                  <c:v>39</c:v>
                </c:pt>
                <c:pt idx="295">
                  <c:v>48</c:v>
                </c:pt>
                <c:pt idx="296">
                  <c:v>39</c:v>
                </c:pt>
                <c:pt idx="297">
                  <c:v>50</c:v>
                </c:pt>
                <c:pt idx="298">
                  <c:v>64</c:v>
                </c:pt>
                <c:pt idx="299">
                  <c:v>81</c:v>
                </c:pt>
                <c:pt idx="300">
                  <c:v>42</c:v>
                </c:pt>
                <c:pt idx="301">
                  <c:v>129</c:v>
                </c:pt>
                <c:pt idx="302">
                  <c:v>50</c:v>
                </c:pt>
                <c:pt idx="303">
                  <c:v>252</c:v>
                </c:pt>
                <c:pt idx="304">
                  <c:v>58</c:v>
                </c:pt>
                <c:pt idx="305">
                  <c:v>82</c:v>
                </c:pt>
                <c:pt idx="306">
                  <c:v>59</c:v>
                </c:pt>
                <c:pt idx="307">
                  <c:v>25</c:v>
                </c:pt>
                <c:pt idx="308">
                  <c:v>22</c:v>
                </c:pt>
                <c:pt idx="309">
                  <c:v>42</c:v>
                </c:pt>
                <c:pt idx="310">
                  <c:v>35</c:v>
                </c:pt>
                <c:pt idx="311">
                  <c:v>58</c:v>
                </c:pt>
                <c:pt idx="312">
                  <c:v>53</c:v>
                </c:pt>
                <c:pt idx="313">
                  <c:v>77</c:v>
                </c:pt>
                <c:pt idx="314">
                  <c:v>61</c:v>
                </c:pt>
                <c:pt idx="315">
                  <c:v>39</c:v>
                </c:pt>
                <c:pt idx="316">
                  <c:v>67</c:v>
                </c:pt>
                <c:pt idx="317">
                  <c:v>41</c:v>
                </c:pt>
                <c:pt idx="318">
                  <c:v>53</c:v>
                </c:pt>
                <c:pt idx="319">
                  <c:v>63</c:v>
                </c:pt>
                <c:pt idx="320">
                  <c:v>75</c:v>
                </c:pt>
                <c:pt idx="321">
                  <c:v>24</c:v>
                </c:pt>
                <c:pt idx="322">
                  <c:v>60</c:v>
                </c:pt>
                <c:pt idx="323">
                  <c:v>53</c:v>
                </c:pt>
                <c:pt idx="324">
                  <c:v>90</c:v>
                </c:pt>
                <c:pt idx="325">
                  <c:v>30</c:v>
                </c:pt>
                <c:pt idx="326">
                  <c:v>147</c:v>
                </c:pt>
                <c:pt idx="327">
                  <c:v>44</c:v>
                </c:pt>
                <c:pt idx="328">
                  <c:v>20</c:v>
                </c:pt>
                <c:pt idx="329">
                  <c:v>53</c:v>
                </c:pt>
                <c:pt idx="330">
                  <c:v>46</c:v>
                </c:pt>
                <c:pt idx="331">
                  <c:v>22</c:v>
                </c:pt>
                <c:pt idx="332">
                  <c:v>64</c:v>
                </c:pt>
                <c:pt idx="333">
                  <c:v>38</c:v>
                </c:pt>
                <c:pt idx="334">
                  <c:v>37</c:v>
                </c:pt>
                <c:pt idx="335">
                  <c:v>46</c:v>
                </c:pt>
                <c:pt idx="336">
                  <c:v>104</c:v>
                </c:pt>
                <c:pt idx="337">
                  <c:v>31</c:v>
                </c:pt>
                <c:pt idx="338">
                  <c:v>49</c:v>
                </c:pt>
                <c:pt idx="339">
                  <c:v>51</c:v>
                </c:pt>
                <c:pt idx="340">
                  <c:v>30</c:v>
                </c:pt>
                <c:pt idx="341">
                  <c:v>67</c:v>
                </c:pt>
                <c:pt idx="342">
                  <c:v>46</c:v>
                </c:pt>
                <c:pt idx="343">
                  <c:v>75</c:v>
                </c:pt>
                <c:pt idx="344">
                  <c:v>26</c:v>
                </c:pt>
                <c:pt idx="345">
                  <c:v>39</c:v>
                </c:pt>
                <c:pt idx="346">
                  <c:v>58</c:v>
                </c:pt>
                <c:pt idx="347">
                  <c:v>52</c:v>
                </c:pt>
                <c:pt idx="348">
                  <c:v>103</c:v>
                </c:pt>
                <c:pt idx="349">
                  <c:v>71</c:v>
                </c:pt>
                <c:pt idx="350">
                  <c:v>35</c:v>
                </c:pt>
                <c:pt idx="351">
                  <c:v>94</c:v>
                </c:pt>
                <c:pt idx="352">
                  <c:v>48</c:v>
                </c:pt>
                <c:pt idx="353">
                  <c:v>50</c:v>
                </c:pt>
                <c:pt idx="354">
                  <c:v>44</c:v>
                </c:pt>
                <c:pt idx="355">
                  <c:v>107</c:v>
                </c:pt>
                <c:pt idx="356">
                  <c:v>86</c:v>
                </c:pt>
                <c:pt idx="357">
                  <c:v>70</c:v>
                </c:pt>
                <c:pt idx="358">
                  <c:v>45</c:v>
                </c:pt>
                <c:pt idx="359">
                  <c:v>41</c:v>
                </c:pt>
                <c:pt idx="360">
                  <c:v>40</c:v>
                </c:pt>
                <c:pt idx="361">
                  <c:v>69</c:v>
                </c:pt>
                <c:pt idx="362">
                  <c:v>102</c:v>
                </c:pt>
                <c:pt idx="363">
                  <c:v>56</c:v>
                </c:pt>
                <c:pt idx="364">
                  <c:v>50</c:v>
                </c:pt>
                <c:pt idx="365">
                  <c:v>39</c:v>
                </c:pt>
                <c:pt idx="366">
                  <c:v>69</c:v>
                </c:pt>
                <c:pt idx="367">
                  <c:v>88</c:v>
                </c:pt>
                <c:pt idx="368">
                  <c:v>52</c:v>
                </c:pt>
                <c:pt idx="369">
                  <c:v>53</c:v>
                </c:pt>
                <c:pt idx="370">
                  <c:v>42</c:v>
                </c:pt>
                <c:pt idx="371">
                  <c:v>61</c:v>
                </c:pt>
                <c:pt idx="372">
                  <c:v>57</c:v>
                </c:pt>
                <c:pt idx="373">
                  <c:v>54</c:v>
                </c:pt>
                <c:pt idx="374">
                  <c:v>85</c:v>
                </c:pt>
                <c:pt idx="375">
                  <c:v>28</c:v>
                </c:pt>
                <c:pt idx="376">
                  <c:v>42</c:v>
                </c:pt>
                <c:pt idx="377">
                  <c:v>84</c:v>
                </c:pt>
                <c:pt idx="378">
                  <c:v>64</c:v>
                </c:pt>
                <c:pt idx="379">
                  <c:v>48</c:v>
                </c:pt>
                <c:pt idx="380">
                  <c:v>36</c:v>
                </c:pt>
                <c:pt idx="381">
                  <c:v>38</c:v>
                </c:pt>
                <c:pt idx="382">
                  <c:v>35</c:v>
                </c:pt>
                <c:pt idx="383">
                  <c:v>40</c:v>
                </c:pt>
                <c:pt idx="384">
                  <c:v>65</c:v>
                </c:pt>
                <c:pt idx="385">
                  <c:v>125</c:v>
                </c:pt>
                <c:pt idx="386">
                  <c:v>67</c:v>
                </c:pt>
                <c:pt idx="387">
                  <c:v>54</c:v>
                </c:pt>
                <c:pt idx="388">
                  <c:v>103</c:v>
                </c:pt>
                <c:pt idx="389">
                  <c:v>19</c:v>
                </c:pt>
                <c:pt idx="390">
                  <c:v>72</c:v>
                </c:pt>
                <c:pt idx="391">
                  <c:v>55</c:v>
                </c:pt>
                <c:pt idx="392">
                  <c:v>47</c:v>
                </c:pt>
                <c:pt idx="393">
                  <c:v>35</c:v>
                </c:pt>
                <c:pt idx="394">
                  <c:v>83</c:v>
                </c:pt>
                <c:pt idx="395">
                  <c:v>50</c:v>
                </c:pt>
                <c:pt idx="396">
                  <c:v>107</c:v>
                </c:pt>
                <c:pt idx="397">
                  <c:v>57</c:v>
                </c:pt>
                <c:pt idx="398">
                  <c:v>67</c:v>
                </c:pt>
                <c:pt idx="399">
                  <c:v>131</c:v>
                </c:pt>
                <c:pt idx="400">
                  <c:v>53</c:v>
                </c:pt>
                <c:pt idx="401">
                  <c:v>35</c:v>
                </c:pt>
                <c:pt idx="402">
                  <c:v>59</c:v>
                </c:pt>
                <c:pt idx="403">
                  <c:v>53</c:v>
                </c:pt>
                <c:pt idx="404">
                  <c:v>112</c:v>
                </c:pt>
                <c:pt idx="405">
                  <c:v>42</c:v>
                </c:pt>
                <c:pt idx="406">
                  <c:v>97</c:v>
                </c:pt>
                <c:pt idx="407">
                  <c:v>117</c:v>
                </c:pt>
                <c:pt idx="408">
                  <c:v>40</c:v>
                </c:pt>
                <c:pt idx="409">
                  <c:v>70</c:v>
                </c:pt>
                <c:pt idx="410">
                  <c:v>75</c:v>
                </c:pt>
                <c:pt idx="411">
                  <c:v>41</c:v>
                </c:pt>
                <c:pt idx="412">
                  <c:v>117</c:v>
                </c:pt>
                <c:pt idx="413">
                  <c:v>183</c:v>
                </c:pt>
                <c:pt idx="414">
                  <c:v>57</c:v>
                </c:pt>
                <c:pt idx="415">
                  <c:v>65</c:v>
                </c:pt>
                <c:pt idx="416">
                  <c:v>94</c:v>
                </c:pt>
                <c:pt idx="417">
                  <c:v>43</c:v>
                </c:pt>
                <c:pt idx="418">
                  <c:v>63</c:v>
                </c:pt>
                <c:pt idx="419">
                  <c:v>58</c:v>
                </c:pt>
                <c:pt idx="420">
                  <c:v>49</c:v>
                </c:pt>
                <c:pt idx="421">
                  <c:v>38</c:v>
                </c:pt>
                <c:pt idx="422">
                  <c:v>34</c:v>
                </c:pt>
                <c:pt idx="423">
                  <c:v>48</c:v>
                </c:pt>
                <c:pt idx="424">
                  <c:v>50</c:v>
                </c:pt>
                <c:pt idx="425">
                  <c:v>23</c:v>
                </c:pt>
                <c:pt idx="426">
                  <c:v>51</c:v>
                </c:pt>
                <c:pt idx="427">
                  <c:v>33</c:v>
                </c:pt>
                <c:pt idx="428">
                  <c:v>38</c:v>
                </c:pt>
                <c:pt idx="429">
                  <c:v>54</c:v>
                </c:pt>
                <c:pt idx="430">
                  <c:v>50</c:v>
                </c:pt>
                <c:pt idx="431">
                  <c:v>55</c:v>
                </c:pt>
                <c:pt idx="432">
                  <c:v>35</c:v>
                </c:pt>
                <c:pt idx="433">
                  <c:v>49</c:v>
                </c:pt>
                <c:pt idx="434">
                  <c:v>42</c:v>
                </c:pt>
                <c:pt idx="435">
                  <c:v>37</c:v>
                </c:pt>
                <c:pt idx="436">
                  <c:v>66</c:v>
                </c:pt>
                <c:pt idx="437">
                  <c:v>51</c:v>
                </c:pt>
                <c:pt idx="438">
                  <c:v>28</c:v>
                </c:pt>
                <c:pt idx="439">
                  <c:v>35</c:v>
                </c:pt>
                <c:pt idx="440">
                  <c:v>74</c:v>
                </c:pt>
                <c:pt idx="441">
                  <c:v>90</c:v>
                </c:pt>
                <c:pt idx="442">
                  <c:v>50</c:v>
                </c:pt>
                <c:pt idx="443">
                  <c:v>105</c:v>
                </c:pt>
                <c:pt idx="444">
                  <c:v>80</c:v>
                </c:pt>
                <c:pt idx="445">
                  <c:v>63</c:v>
                </c:pt>
                <c:pt idx="446">
                  <c:v>49</c:v>
                </c:pt>
                <c:pt idx="447">
                  <c:v>37</c:v>
                </c:pt>
                <c:pt idx="448">
                  <c:v>31</c:v>
                </c:pt>
                <c:pt idx="449">
                  <c:v>100</c:v>
                </c:pt>
                <c:pt idx="450">
                  <c:v>37</c:v>
                </c:pt>
                <c:pt idx="451">
                  <c:v>62</c:v>
                </c:pt>
                <c:pt idx="452">
                  <c:v>24</c:v>
                </c:pt>
                <c:pt idx="453">
                  <c:v>55</c:v>
                </c:pt>
                <c:pt idx="454">
                  <c:v>138</c:v>
                </c:pt>
                <c:pt idx="455">
                  <c:v>83</c:v>
                </c:pt>
                <c:pt idx="456">
                  <c:v>157</c:v>
                </c:pt>
                <c:pt idx="457">
                  <c:v>52</c:v>
                </c:pt>
                <c:pt idx="458">
                  <c:v>113</c:v>
                </c:pt>
                <c:pt idx="459">
                  <c:v>37</c:v>
                </c:pt>
                <c:pt idx="460">
                  <c:v>75</c:v>
                </c:pt>
                <c:pt idx="461">
                  <c:v>83</c:v>
                </c:pt>
                <c:pt idx="462">
                  <c:v>62</c:v>
                </c:pt>
                <c:pt idx="463">
                  <c:v>40</c:v>
                </c:pt>
                <c:pt idx="464">
                  <c:v>53</c:v>
                </c:pt>
                <c:pt idx="465">
                  <c:v>39</c:v>
                </c:pt>
                <c:pt idx="466">
                  <c:v>53</c:v>
                </c:pt>
                <c:pt idx="467">
                  <c:v>54</c:v>
                </c:pt>
                <c:pt idx="468">
                  <c:v>49</c:v>
                </c:pt>
                <c:pt idx="469">
                  <c:v>38</c:v>
                </c:pt>
                <c:pt idx="470">
                  <c:v>37</c:v>
                </c:pt>
                <c:pt idx="471">
                  <c:v>64</c:v>
                </c:pt>
                <c:pt idx="472">
                  <c:v>32</c:v>
                </c:pt>
                <c:pt idx="473">
                  <c:v>53</c:v>
                </c:pt>
                <c:pt idx="474">
                  <c:v>45</c:v>
                </c:pt>
                <c:pt idx="475">
                  <c:v>89</c:v>
                </c:pt>
                <c:pt idx="476">
                  <c:v>73</c:v>
                </c:pt>
                <c:pt idx="477">
                  <c:v>49</c:v>
                </c:pt>
                <c:pt idx="478">
                  <c:v>72</c:v>
                </c:pt>
                <c:pt idx="479">
                  <c:v>31</c:v>
                </c:pt>
                <c:pt idx="480">
                  <c:v>66</c:v>
                </c:pt>
                <c:pt idx="481">
                  <c:v>33</c:v>
                </c:pt>
                <c:pt idx="482">
                  <c:v>41</c:v>
                </c:pt>
                <c:pt idx="483">
                  <c:v>45</c:v>
                </c:pt>
                <c:pt idx="484">
                  <c:v>45</c:v>
                </c:pt>
                <c:pt idx="485">
                  <c:v>32</c:v>
                </c:pt>
                <c:pt idx="486">
                  <c:v>45</c:v>
                </c:pt>
                <c:pt idx="487">
                  <c:v>32</c:v>
                </c:pt>
                <c:pt idx="488">
                  <c:v>44</c:v>
                </c:pt>
                <c:pt idx="489">
                  <c:v>57</c:v>
                </c:pt>
                <c:pt idx="490">
                  <c:v>69</c:v>
                </c:pt>
                <c:pt idx="491">
                  <c:v>22</c:v>
                </c:pt>
                <c:pt idx="492">
                  <c:v>18</c:v>
                </c:pt>
                <c:pt idx="493">
                  <c:v>86</c:v>
                </c:pt>
                <c:pt idx="494">
                  <c:v>121</c:v>
                </c:pt>
                <c:pt idx="495">
                  <c:v>77</c:v>
                </c:pt>
                <c:pt idx="496">
                  <c:v>71</c:v>
                </c:pt>
                <c:pt idx="497">
                  <c:v>45</c:v>
                </c:pt>
                <c:pt idx="498">
                  <c:v>35</c:v>
                </c:pt>
                <c:pt idx="499">
                  <c:v>39</c:v>
                </c:pt>
                <c:pt idx="500">
                  <c:v>34</c:v>
                </c:pt>
                <c:pt idx="501">
                  <c:v>82</c:v>
                </c:pt>
                <c:pt idx="502">
                  <c:v>42</c:v>
                </c:pt>
                <c:pt idx="503">
                  <c:v>201</c:v>
                </c:pt>
                <c:pt idx="504">
                  <c:v>81</c:v>
                </c:pt>
                <c:pt idx="505">
                  <c:v>73</c:v>
                </c:pt>
                <c:pt idx="506">
                  <c:v>36</c:v>
                </c:pt>
                <c:pt idx="507">
                  <c:v>38</c:v>
                </c:pt>
                <c:pt idx="508">
                  <c:v>61</c:v>
                </c:pt>
                <c:pt idx="509">
                  <c:v>65</c:v>
                </c:pt>
                <c:pt idx="510">
                  <c:v>94</c:v>
                </c:pt>
                <c:pt idx="511">
                  <c:v>21</c:v>
                </c:pt>
                <c:pt idx="512">
                  <c:v>45</c:v>
                </c:pt>
                <c:pt idx="513">
                  <c:v>135</c:v>
                </c:pt>
                <c:pt idx="514">
                  <c:v>78</c:v>
                </c:pt>
                <c:pt idx="515">
                  <c:v>47</c:v>
                </c:pt>
                <c:pt idx="516">
                  <c:v>32</c:v>
                </c:pt>
                <c:pt idx="517">
                  <c:v>54</c:v>
                </c:pt>
                <c:pt idx="518">
                  <c:v>25</c:v>
                </c:pt>
                <c:pt idx="519">
                  <c:v>37</c:v>
                </c:pt>
                <c:pt idx="520">
                  <c:v>64</c:v>
                </c:pt>
                <c:pt idx="521">
                  <c:v>77</c:v>
                </c:pt>
                <c:pt idx="522">
                  <c:v>32</c:v>
                </c:pt>
                <c:pt idx="523">
                  <c:v>37</c:v>
                </c:pt>
                <c:pt idx="524">
                  <c:v>130</c:v>
                </c:pt>
                <c:pt idx="525">
                  <c:v>37</c:v>
                </c:pt>
                <c:pt idx="526">
                  <c:v>43</c:v>
                </c:pt>
                <c:pt idx="527">
                  <c:v>107</c:v>
                </c:pt>
                <c:pt idx="528">
                  <c:v>65</c:v>
                </c:pt>
                <c:pt idx="529">
                  <c:v>48</c:v>
                </c:pt>
                <c:pt idx="530">
                  <c:v>70</c:v>
                </c:pt>
                <c:pt idx="531">
                  <c:v>62</c:v>
                </c:pt>
                <c:pt idx="532">
                  <c:v>117</c:v>
                </c:pt>
                <c:pt idx="533">
                  <c:v>69</c:v>
                </c:pt>
                <c:pt idx="534">
                  <c:v>45</c:v>
                </c:pt>
                <c:pt idx="535">
                  <c:v>54</c:v>
                </c:pt>
                <c:pt idx="536">
                  <c:v>47</c:v>
                </c:pt>
                <c:pt idx="537">
                  <c:v>115</c:v>
                </c:pt>
                <c:pt idx="538">
                  <c:v>53</c:v>
                </c:pt>
                <c:pt idx="539">
                  <c:v>58</c:v>
                </c:pt>
                <c:pt idx="540">
                  <c:v>48</c:v>
                </c:pt>
                <c:pt idx="541">
                  <c:v>301</c:v>
                </c:pt>
                <c:pt idx="542">
                  <c:v>59</c:v>
                </c:pt>
                <c:pt idx="543">
                  <c:v>156</c:v>
                </c:pt>
                <c:pt idx="544">
                  <c:v>51</c:v>
                </c:pt>
                <c:pt idx="545">
                  <c:v>52</c:v>
                </c:pt>
                <c:pt idx="546">
                  <c:v>85</c:v>
                </c:pt>
                <c:pt idx="547">
                  <c:v>29</c:v>
                </c:pt>
                <c:pt idx="548">
                  <c:v>34</c:v>
                </c:pt>
                <c:pt idx="549">
                  <c:v>52</c:v>
                </c:pt>
                <c:pt idx="550">
                  <c:v>56</c:v>
                </c:pt>
                <c:pt idx="551">
                  <c:v>54</c:v>
                </c:pt>
                <c:pt idx="552">
                  <c:v>36</c:v>
                </c:pt>
                <c:pt idx="553">
                  <c:v>85</c:v>
                </c:pt>
                <c:pt idx="554">
                  <c:v>36</c:v>
                </c:pt>
                <c:pt idx="555">
                  <c:v>30</c:v>
                </c:pt>
                <c:pt idx="556">
                  <c:v>34</c:v>
                </c:pt>
                <c:pt idx="557">
                  <c:v>77</c:v>
                </c:pt>
                <c:pt idx="558">
                  <c:v>45</c:v>
                </c:pt>
                <c:pt idx="559">
                  <c:v>48</c:v>
                </c:pt>
                <c:pt idx="560">
                  <c:v>162</c:v>
                </c:pt>
                <c:pt idx="561">
                  <c:v>129</c:v>
                </c:pt>
                <c:pt idx="562">
                  <c:v>39</c:v>
                </c:pt>
                <c:pt idx="563">
                  <c:v>34</c:v>
                </c:pt>
                <c:pt idx="564">
                  <c:v>121</c:v>
                </c:pt>
                <c:pt idx="565">
                  <c:v>32</c:v>
                </c:pt>
                <c:pt idx="566">
                  <c:v>26</c:v>
                </c:pt>
                <c:pt idx="567">
                  <c:v>105</c:v>
                </c:pt>
                <c:pt idx="568">
                  <c:v>157</c:v>
                </c:pt>
                <c:pt idx="569">
                  <c:v>74</c:v>
                </c:pt>
                <c:pt idx="570">
                  <c:v>37</c:v>
                </c:pt>
                <c:pt idx="571">
                  <c:v>56</c:v>
                </c:pt>
                <c:pt idx="572">
                  <c:v>53</c:v>
                </c:pt>
                <c:pt idx="573">
                  <c:v>70</c:v>
                </c:pt>
                <c:pt idx="574">
                  <c:v>41</c:v>
                </c:pt>
                <c:pt idx="575">
                  <c:v>101</c:v>
                </c:pt>
                <c:pt idx="576">
                  <c:v>22</c:v>
                </c:pt>
                <c:pt idx="577">
                  <c:v>56</c:v>
                </c:pt>
                <c:pt idx="578">
                  <c:v>40</c:v>
                </c:pt>
                <c:pt idx="579">
                  <c:v>60</c:v>
                </c:pt>
                <c:pt idx="580">
                  <c:v>73</c:v>
                </c:pt>
                <c:pt idx="581">
                  <c:v>36</c:v>
                </c:pt>
                <c:pt idx="582">
                  <c:v>160</c:v>
                </c:pt>
                <c:pt idx="583">
                  <c:v>41</c:v>
                </c:pt>
                <c:pt idx="584">
                  <c:v>39</c:v>
                </c:pt>
                <c:pt idx="585">
                  <c:v>39</c:v>
                </c:pt>
                <c:pt idx="586">
                  <c:v>59</c:v>
                </c:pt>
                <c:pt idx="587">
                  <c:v>123</c:v>
                </c:pt>
                <c:pt idx="588">
                  <c:v>48</c:v>
                </c:pt>
                <c:pt idx="589">
                  <c:v>36</c:v>
                </c:pt>
                <c:pt idx="590">
                  <c:v>78</c:v>
                </c:pt>
                <c:pt idx="591">
                  <c:v>92</c:v>
                </c:pt>
                <c:pt idx="592">
                  <c:v>52</c:v>
                </c:pt>
                <c:pt idx="593">
                  <c:v>103</c:v>
                </c:pt>
                <c:pt idx="594">
                  <c:v>30</c:v>
                </c:pt>
                <c:pt idx="595">
                  <c:v>57</c:v>
                </c:pt>
                <c:pt idx="596">
                  <c:v>38</c:v>
                </c:pt>
                <c:pt idx="597">
                  <c:v>74</c:v>
                </c:pt>
                <c:pt idx="598">
                  <c:v>70</c:v>
                </c:pt>
                <c:pt idx="599">
                  <c:v>80</c:v>
                </c:pt>
                <c:pt idx="600">
                  <c:v>45</c:v>
                </c:pt>
                <c:pt idx="601">
                  <c:v>43</c:v>
                </c:pt>
                <c:pt idx="602">
                  <c:v>113</c:v>
                </c:pt>
                <c:pt idx="603">
                  <c:v>21</c:v>
                </c:pt>
                <c:pt idx="604">
                  <c:v>35</c:v>
                </c:pt>
                <c:pt idx="605">
                  <c:v>51</c:v>
                </c:pt>
                <c:pt idx="606">
                  <c:v>82</c:v>
                </c:pt>
                <c:pt idx="607">
                  <c:v>68</c:v>
                </c:pt>
                <c:pt idx="608">
                  <c:v>79</c:v>
                </c:pt>
                <c:pt idx="609">
                  <c:v>51</c:v>
                </c:pt>
                <c:pt idx="610">
                  <c:v>57</c:v>
                </c:pt>
                <c:pt idx="611">
                  <c:v>125</c:v>
                </c:pt>
                <c:pt idx="612">
                  <c:v>79</c:v>
                </c:pt>
                <c:pt idx="613">
                  <c:v>45</c:v>
                </c:pt>
                <c:pt idx="614">
                  <c:v>43</c:v>
                </c:pt>
                <c:pt idx="615">
                  <c:v>103</c:v>
                </c:pt>
                <c:pt idx="616">
                  <c:v>50</c:v>
                </c:pt>
                <c:pt idx="617">
                  <c:v>112</c:v>
                </c:pt>
                <c:pt idx="618">
                  <c:v>58</c:v>
                </c:pt>
                <c:pt idx="619">
                  <c:v>216</c:v>
                </c:pt>
                <c:pt idx="620">
                  <c:v>87</c:v>
                </c:pt>
                <c:pt idx="621">
                  <c:v>37</c:v>
                </c:pt>
                <c:pt idx="622">
                  <c:v>41</c:v>
                </c:pt>
                <c:pt idx="623">
                  <c:v>72</c:v>
                </c:pt>
                <c:pt idx="624">
                  <c:v>47</c:v>
                </c:pt>
                <c:pt idx="625">
                  <c:v>53</c:v>
                </c:pt>
                <c:pt idx="626">
                  <c:v>93</c:v>
                </c:pt>
                <c:pt idx="627">
                  <c:v>26</c:v>
                </c:pt>
                <c:pt idx="628">
                  <c:v>55</c:v>
                </c:pt>
                <c:pt idx="629">
                  <c:v>84</c:v>
                </c:pt>
                <c:pt idx="630">
                  <c:v>39</c:v>
                </c:pt>
                <c:pt idx="631">
                  <c:v>95</c:v>
                </c:pt>
                <c:pt idx="632">
                  <c:v>186</c:v>
                </c:pt>
                <c:pt idx="633">
                  <c:v>72</c:v>
                </c:pt>
                <c:pt idx="634">
                  <c:v>33</c:v>
                </c:pt>
                <c:pt idx="635">
                  <c:v>35</c:v>
                </c:pt>
                <c:pt idx="636">
                  <c:v>34</c:v>
                </c:pt>
                <c:pt idx="637">
                  <c:v>56</c:v>
                </c:pt>
                <c:pt idx="638">
                  <c:v>64</c:v>
                </c:pt>
                <c:pt idx="639">
                  <c:v>29</c:v>
                </c:pt>
                <c:pt idx="640">
                  <c:v>76</c:v>
                </c:pt>
                <c:pt idx="641">
                  <c:v>81</c:v>
                </c:pt>
                <c:pt idx="642">
                  <c:v>50</c:v>
                </c:pt>
                <c:pt idx="643">
                  <c:v>100</c:v>
                </c:pt>
                <c:pt idx="644">
                  <c:v>58</c:v>
                </c:pt>
                <c:pt idx="645">
                  <c:v>99</c:v>
                </c:pt>
                <c:pt idx="646">
                  <c:v>106</c:v>
                </c:pt>
                <c:pt idx="647">
                  <c:v>81</c:v>
                </c:pt>
                <c:pt idx="648">
                  <c:v>19</c:v>
                </c:pt>
                <c:pt idx="649">
                  <c:v>137</c:v>
                </c:pt>
                <c:pt idx="650">
                  <c:v>35</c:v>
                </c:pt>
                <c:pt idx="651">
                  <c:v>35</c:v>
                </c:pt>
                <c:pt idx="652">
                  <c:v>205</c:v>
                </c:pt>
                <c:pt idx="653">
                  <c:v>43</c:v>
                </c:pt>
                <c:pt idx="654">
                  <c:v>45</c:v>
                </c:pt>
                <c:pt idx="655">
                  <c:v>40</c:v>
                </c:pt>
                <c:pt idx="656">
                  <c:v>37</c:v>
                </c:pt>
                <c:pt idx="657">
                  <c:v>45</c:v>
                </c:pt>
                <c:pt idx="658">
                  <c:v>30</c:v>
                </c:pt>
                <c:pt idx="659">
                  <c:v>86</c:v>
                </c:pt>
                <c:pt idx="660">
                  <c:v>49</c:v>
                </c:pt>
                <c:pt idx="661">
                  <c:v>64</c:v>
                </c:pt>
                <c:pt idx="662">
                  <c:v>135</c:v>
                </c:pt>
                <c:pt idx="663">
                  <c:v>126</c:v>
                </c:pt>
                <c:pt idx="664">
                  <c:v>57</c:v>
                </c:pt>
                <c:pt idx="665">
                  <c:v>66</c:v>
                </c:pt>
                <c:pt idx="666">
                  <c:v>49</c:v>
                </c:pt>
                <c:pt idx="667">
                  <c:v>34</c:v>
                </c:pt>
                <c:pt idx="668">
                  <c:v>94</c:v>
                </c:pt>
                <c:pt idx="669">
                  <c:v>19</c:v>
                </c:pt>
                <c:pt idx="670">
                  <c:v>70</c:v>
                </c:pt>
                <c:pt idx="671">
                  <c:v>57</c:v>
                </c:pt>
                <c:pt idx="672">
                  <c:v>53</c:v>
                </c:pt>
                <c:pt idx="673">
                  <c:v>37</c:v>
                </c:pt>
                <c:pt idx="674">
                  <c:v>93</c:v>
                </c:pt>
                <c:pt idx="675">
                  <c:v>55</c:v>
                </c:pt>
                <c:pt idx="676">
                  <c:v>46</c:v>
                </c:pt>
                <c:pt idx="677">
                  <c:v>44</c:v>
                </c:pt>
                <c:pt idx="678">
                  <c:v>23</c:v>
                </c:pt>
                <c:pt idx="679">
                  <c:v>48</c:v>
                </c:pt>
                <c:pt idx="680">
                  <c:v>74</c:v>
                </c:pt>
                <c:pt idx="681">
                  <c:v>78</c:v>
                </c:pt>
                <c:pt idx="682">
                  <c:v>77</c:v>
                </c:pt>
                <c:pt idx="683">
                  <c:v>35</c:v>
                </c:pt>
                <c:pt idx="684">
                  <c:v>95</c:v>
                </c:pt>
                <c:pt idx="685">
                  <c:v>148</c:v>
                </c:pt>
                <c:pt idx="686">
                  <c:v>50</c:v>
                </c:pt>
                <c:pt idx="687">
                  <c:v>59</c:v>
                </c:pt>
                <c:pt idx="688">
                  <c:v>48</c:v>
                </c:pt>
                <c:pt idx="689">
                  <c:v>58</c:v>
                </c:pt>
                <c:pt idx="690">
                  <c:v>79</c:v>
                </c:pt>
                <c:pt idx="691">
                  <c:v>55</c:v>
                </c:pt>
                <c:pt idx="692">
                  <c:v>38</c:v>
                </c:pt>
                <c:pt idx="693">
                  <c:v>55</c:v>
                </c:pt>
                <c:pt idx="694">
                  <c:v>70</c:v>
                </c:pt>
                <c:pt idx="695">
                  <c:v>60</c:v>
                </c:pt>
                <c:pt idx="696">
                  <c:v>38</c:v>
                </c:pt>
                <c:pt idx="697">
                  <c:v>148</c:v>
                </c:pt>
                <c:pt idx="698">
                  <c:v>59</c:v>
                </c:pt>
                <c:pt idx="699">
                  <c:v>29</c:v>
                </c:pt>
                <c:pt idx="700">
                  <c:v>61</c:v>
                </c:pt>
                <c:pt idx="701">
                  <c:v>23</c:v>
                </c:pt>
                <c:pt idx="702">
                  <c:v>59</c:v>
                </c:pt>
                <c:pt idx="703">
                  <c:v>44</c:v>
                </c:pt>
                <c:pt idx="704">
                  <c:v>64</c:v>
                </c:pt>
                <c:pt idx="705">
                  <c:v>74</c:v>
                </c:pt>
                <c:pt idx="706">
                  <c:v>43</c:v>
                </c:pt>
                <c:pt idx="707">
                  <c:v>114</c:v>
                </c:pt>
                <c:pt idx="708">
                  <c:v>65</c:v>
                </c:pt>
                <c:pt idx="709">
                  <c:v>35</c:v>
                </c:pt>
                <c:pt idx="710">
                  <c:v>38</c:v>
                </c:pt>
                <c:pt idx="711">
                  <c:v>88</c:v>
                </c:pt>
                <c:pt idx="712">
                  <c:v>62</c:v>
                </c:pt>
                <c:pt idx="713">
                  <c:v>119</c:v>
                </c:pt>
                <c:pt idx="714">
                  <c:v>58</c:v>
                </c:pt>
                <c:pt idx="715">
                  <c:v>23</c:v>
                </c:pt>
                <c:pt idx="716">
                  <c:v>55</c:v>
                </c:pt>
                <c:pt idx="717">
                  <c:v>49</c:v>
                </c:pt>
                <c:pt idx="718">
                  <c:v>36</c:v>
                </c:pt>
                <c:pt idx="719">
                  <c:v>43</c:v>
                </c:pt>
                <c:pt idx="720">
                  <c:v>48</c:v>
                </c:pt>
                <c:pt idx="721">
                  <c:v>118</c:v>
                </c:pt>
                <c:pt idx="722">
                  <c:v>63</c:v>
                </c:pt>
                <c:pt idx="723">
                  <c:v>100</c:v>
                </c:pt>
                <c:pt idx="724">
                  <c:v>105</c:v>
                </c:pt>
                <c:pt idx="725">
                  <c:v>34</c:v>
                </c:pt>
                <c:pt idx="726">
                  <c:v>46</c:v>
                </c:pt>
                <c:pt idx="727">
                  <c:v>108</c:v>
                </c:pt>
                <c:pt idx="728">
                  <c:v>84</c:v>
                </c:pt>
                <c:pt idx="729">
                  <c:v>40</c:v>
                </c:pt>
                <c:pt idx="730">
                  <c:v>106</c:v>
                </c:pt>
                <c:pt idx="731">
                  <c:v>96</c:v>
                </c:pt>
                <c:pt idx="732">
                  <c:v>171</c:v>
                </c:pt>
                <c:pt idx="733">
                  <c:v>77</c:v>
                </c:pt>
                <c:pt idx="734">
                  <c:v>31</c:v>
                </c:pt>
                <c:pt idx="735">
                  <c:v>39</c:v>
                </c:pt>
                <c:pt idx="736">
                  <c:v>61</c:v>
                </c:pt>
                <c:pt idx="737">
                  <c:v>71</c:v>
                </c:pt>
                <c:pt idx="738">
                  <c:v>78</c:v>
                </c:pt>
                <c:pt idx="739">
                  <c:v>85</c:v>
                </c:pt>
                <c:pt idx="740">
                  <c:v>42</c:v>
                </c:pt>
                <c:pt idx="741">
                  <c:v>33</c:v>
                </c:pt>
                <c:pt idx="742">
                  <c:v>146</c:v>
                </c:pt>
                <c:pt idx="743">
                  <c:v>44</c:v>
                </c:pt>
                <c:pt idx="744">
                  <c:v>61</c:v>
                </c:pt>
                <c:pt idx="745">
                  <c:v>59</c:v>
                </c:pt>
                <c:pt idx="746">
                  <c:v>54</c:v>
                </c:pt>
                <c:pt idx="747">
                  <c:v>124</c:v>
                </c:pt>
                <c:pt idx="748">
                  <c:v>42</c:v>
                </c:pt>
                <c:pt idx="749">
                  <c:v>21</c:v>
                </c:pt>
                <c:pt idx="750">
                  <c:v>62</c:v>
                </c:pt>
                <c:pt idx="751">
                  <c:v>55</c:v>
                </c:pt>
                <c:pt idx="752">
                  <c:v>235</c:v>
                </c:pt>
                <c:pt idx="753">
                  <c:v>40</c:v>
                </c:pt>
                <c:pt idx="754">
                  <c:v>39</c:v>
                </c:pt>
                <c:pt idx="755">
                  <c:v>96</c:v>
                </c:pt>
                <c:pt idx="756">
                  <c:v>43</c:v>
                </c:pt>
                <c:pt idx="757">
                  <c:v>220</c:v>
                </c:pt>
                <c:pt idx="758">
                  <c:v>152</c:v>
                </c:pt>
                <c:pt idx="759">
                  <c:v>77</c:v>
                </c:pt>
                <c:pt idx="760">
                  <c:v>34</c:v>
                </c:pt>
                <c:pt idx="761">
                  <c:v>57</c:v>
                </c:pt>
                <c:pt idx="762">
                  <c:v>41</c:v>
                </c:pt>
                <c:pt idx="763">
                  <c:v>57</c:v>
                </c:pt>
                <c:pt idx="764">
                  <c:v>45</c:v>
                </c:pt>
                <c:pt idx="765">
                  <c:v>27</c:v>
                </c:pt>
                <c:pt idx="766">
                  <c:v>89</c:v>
                </c:pt>
                <c:pt idx="767">
                  <c:v>148</c:v>
                </c:pt>
                <c:pt idx="768">
                  <c:v>76</c:v>
                </c:pt>
                <c:pt idx="769">
                  <c:v>163</c:v>
                </c:pt>
                <c:pt idx="770">
                  <c:v>47</c:v>
                </c:pt>
                <c:pt idx="771">
                  <c:v>63</c:v>
                </c:pt>
                <c:pt idx="772">
                  <c:v>59</c:v>
                </c:pt>
                <c:pt idx="773">
                  <c:v>39</c:v>
                </c:pt>
                <c:pt idx="774">
                  <c:v>60</c:v>
                </c:pt>
                <c:pt idx="775">
                  <c:v>40</c:v>
                </c:pt>
                <c:pt idx="776">
                  <c:v>37</c:v>
                </c:pt>
                <c:pt idx="777">
                  <c:v>50</c:v>
                </c:pt>
                <c:pt idx="778">
                  <c:v>101</c:v>
                </c:pt>
                <c:pt idx="779">
                  <c:v>32</c:v>
                </c:pt>
                <c:pt idx="780">
                  <c:v>38</c:v>
                </c:pt>
                <c:pt idx="781">
                  <c:v>91</c:v>
                </c:pt>
                <c:pt idx="782">
                  <c:v>39</c:v>
                </c:pt>
                <c:pt idx="783">
                  <c:v>50</c:v>
                </c:pt>
                <c:pt idx="784">
                  <c:v>77</c:v>
                </c:pt>
                <c:pt idx="785">
                  <c:v>53</c:v>
                </c:pt>
                <c:pt idx="786">
                  <c:v>79</c:v>
                </c:pt>
                <c:pt idx="787">
                  <c:v>63</c:v>
                </c:pt>
                <c:pt idx="788">
                  <c:v>54</c:v>
                </c:pt>
                <c:pt idx="789">
                  <c:v>87</c:v>
                </c:pt>
                <c:pt idx="790">
                  <c:v>42</c:v>
                </c:pt>
                <c:pt idx="791">
                  <c:v>48</c:v>
                </c:pt>
                <c:pt idx="792">
                  <c:v>91</c:v>
                </c:pt>
                <c:pt idx="793">
                  <c:v>48</c:v>
                </c:pt>
                <c:pt idx="794">
                  <c:v>48</c:v>
                </c:pt>
                <c:pt idx="795">
                  <c:v>112</c:v>
                </c:pt>
                <c:pt idx="796">
                  <c:v>58</c:v>
                </c:pt>
                <c:pt idx="797">
                  <c:v>73</c:v>
                </c:pt>
                <c:pt idx="798">
                  <c:v>39</c:v>
                </c:pt>
                <c:pt idx="799">
                  <c:v>69</c:v>
                </c:pt>
                <c:pt idx="800">
                  <c:v>60</c:v>
                </c:pt>
                <c:pt idx="801">
                  <c:v>99</c:v>
                </c:pt>
                <c:pt idx="802">
                  <c:v>40</c:v>
                </c:pt>
                <c:pt idx="803">
                  <c:v>36</c:v>
                </c:pt>
                <c:pt idx="804">
                  <c:v>73</c:v>
                </c:pt>
                <c:pt idx="805">
                  <c:v>27</c:v>
                </c:pt>
                <c:pt idx="806">
                  <c:v>38</c:v>
                </c:pt>
                <c:pt idx="807">
                  <c:v>26</c:v>
                </c:pt>
                <c:pt idx="808">
                  <c:v>71</c:v>
                </c:pt>
                <c:pt idx="809">
                  <c:v>70</c:v>
                </c:pt>
                <c:pt idx="810">
                  <c:v>54</c:v>
                </c:pt>
                <c:pt idx="811">
                  <c:v>94</c:v>
                </c:pt>
                <c:pt idx="812">
                  <c:v>58</c:v>
                </c:pt>
                <c:pt idx="813">
                  <c:v>77</c:v>
                </c:pt>
                <c:pt idx="814">
                  <c:v>57</c:v>
                </c:pt>
                <c:pt idx="815">
                  <c:v>58</c:v>
                </c:pt>
                <c:pt idx="816">
                  <c:v>108</c:v>
                </c:pt>
                <c:pt idx="817">
                  <c:v>53</c:v>
                </c:pt>
                <c:pt idx="818">
                  <c:v>21</c:v>
                </c:pt>
                <c:pt idx="819">
                  <c:v>172</c:v>
                </c:pt>
                <c:pt idx="820">
                  <c:v>52</c:v>
                </c:pt>
                <c:pt idx="821">
                  <c:v>68</c:v>
                </c:pt>
                <c:pt idx="822">
                  <c:v>135</c:v>
                </c:pt>
                <c:pt idx="823">
                  <c:v>132</c:v>
                </c:pt>
                <c:pt idx="824">
                  <c:v>29</c:v>
                </c:pt>
                <c:pt idx="825">
                  <c:v>43</c:v>
                </c:pt>
                <c:pt idx="826">
                  <c:v>41</c:v>
                </c:pt>
                <c:pt idx="827">
                  <c:v>80</c:v>
                </c:pt>
                <c:pt idx="828">
                  <c:v>52</c:v>
                </c:pt>
                <c:pt idx="829">
                  <c:v>156</c:v>
                </c:pt>
                <c:pt idx="830">
                  <c:v>24</c:v>
                </c:pt>
                <c:pt idx="831">
                  <c:v>116</c:v>
                </c:pt>
                <c:pt idx="832">
                  <c:v>34</c:v>
                </c:pt>
                <c:pt idx="833">
                  <c:v>74</c:v>
                </c:pt>
                <c:pt idx="834">
                  <c:v>33</c:v>
                </c:pt>
                <c:pt idx="835">
                  <c:v>61</c:v>
                </c:pt>
                <c:pt idx="836">
                  <c:v>66</c:v>
                </c:pt>
                <c:pt idx="837">
                  <c:v>100</c:v>
                </c:pt>
                <c:pt idx="838">
                  <c:v>39</c:v>
                </c:pt>
                <c:pt idx="839">
                  <c:v>38</c:v>
                </c:pt>
                <c:pt idx="840">
                  <c:v>209</c:v>
                </c:pt>
                <c:pt idx="841">
                  <c:v>145</c:v>
                </c:pt>
                <c:pt idx="842">
                  <c:v>64</c:v>
                </c:pt>
                <c:pt idx="843">
                  <c:v>42</c:v>
                </c:pt>
                <c:pt idx="844">
                  <c:v>54</c:v>
                </c:pt>
                <c:pt idx="845">
                  <c:v>44</c:v>
                </c:pt>
                <c:pt idx="846">
                  <c:v>54</c:v>
                </c:pt>
                <c:pt idx="847">
                  <c:v>112</c:v>
                </c:pt>
                <c:pt idx="848">
                  <c:v>73</c:v>
                </c:pt>
                <c:pt idx="849">
                  <c:v>51</c:v>
                </c:pt>
                <c:pt idx="850">
                  <c:v>27</c:v>
                </c:pt>
                <c:pt idx="851">
                  <c:v>76</c:v>
                </c:pt>
                <c:pt idx="852">
                  <c:v>40</c:v>
                </c:pt>
                <c:pt idx="853">
                  <c:v>51</c:v>
                </c:pt>
                <c:pt idx="854">
                  <c:v>38</c:v>
                </c:pt>
                <c:pt idx="855">
                  <c:v>33</c:v>
                </c:pt>
                <c:pt idx="856">
                  <c:v>88</c:v>
                </c:pt>
                <c:pt idx="857">
                  <c:v>27</c:v>
                </c:pt>
                <c:pt idx="858">
                  <c:v>65</c:v>
                </c:pt>
                <c:pt idx="859">
                  <c:v>235</c:v>
                </c:pt>
                <c:pt idx="860">
                  <c:v>33</c:v>
                </c:pt>
                <c:pt idx="861">
                  <c:v>37</c:v>
                </c:pt>
                <c:pt idx="862">
                  <c:v>54</c:v>
                </c:pt>
                <c:pt idx="863">
                  <c:v>60</c:v>
                </c:pt>
                <c:pt idx="864">
                  <c:v>105</c:v>
                </c:pt>
                <c:pt idx="865">
                  <c:v>37</c:v>
                </c:pt>
                <c:pt idx="866">
                  <c:v>52</c:v>
                </c:pt>
                <c:pt idx="867">
                  <c:v>48</c:v>
                </c:pt>
                <c:pt idx="868">
                  <c:v>63</c:v>
                </c:pt>
                <c:pt idx="869">
                  <c:v>77</c:v>
                </c:pt>
                <c:pt idx="870">
                  <c:v>45</c:v>
                </c:pt>
                <c:pt idx="871">
                  <c:v>58</c:v>
                </c:pt>
                <c:pt idx="872">
                  <c:v>30</c:v>
                </c:pt>
                <c:pt idx="873">
                  <c:v>30</c:v>
                </c:pt>
                <c:pt idx="874">
                  <c:v>34</c:v>
                </c:pt>
                <c:pt idx="875">
                  <c:v>44</c:v>
                </c:pt>
                <c:pt idx="876">
                  <c:v>42</c:v>
                </c:pt>
                <c:pt idx="877">
                  <c:v>42</c:v>
                </c:pt>
                <c:pt idx="878">
                  <c:v>70</c:v>
                </c:pt>
                <c:pt idx="879">
                  <c:v>62</c:v>
                </c:pt>
                <c:pt idx="880">
                  <c:v>57</c:v>
                </c:pt>
                <c:pt idx="881">
                  <c:v>60</c:v>
                </c:pt>
                <c:pt idx="882">
                  <c:v>114</c:v>
                </c:pt>
                <c:pt idx="883">
                  <c:v>56</c:v>
                </c:pt>
                <c:pt idx="884">
                  <c:v>56</c:v>
                </c:pt>
                <c:pt idx="885">
                  <c:v>22</c:v>
                </c:pt>
                <c:pt idx="886">
                  <c:v>57</c:v>
                </c:pt>
                <c:pt idx="887">
                  <c:v>98</c:v>
                </c:pt>
                <c:pt idx="888">
                  <c:v>74</c:v>
                </c:pt>
                <c:pt idx="889">
                  <c:v>66</c:v>
                </c:pt>
                <c:pt idx="890">
                  <c:v>83</c:v>
                </c:pt>
                <c:pt idx="891">
                  <c:v>38</c:v>
                </c:pt>
                <c:pt idx="892">
                  <c:v>102</c:v>
                </c:pt>
                <c:pt idx="893">
                  <c:v>109</c:v>
                </c:pt>
                <c:pt idx="894">
                  <c:v>60</c:v>
                </c:pt>
                <c:pt idx="895">
                  <c:v>44</c:v>
                </c:pt>
                <c:pt idx="896">
                  <c:v>22</c:v>
                </c:pt>
                <c:pt idx="897">
                  <c:v>45</c:v>
                </c:pt>
                <c:pt idx="898">
                  <c:v>80</c:v>
                </c:pt>
                <c:pt idx="899">
                  <c:v>101</c:v>
                </c:pt>
                <c:pt idx="900">
                  <c:v>29</c:v>
                </c:pt>
                <c:pt idx="901">
                  <c:v>55</c:v>
                </c:pt>
                <c:pt idx="902">
                  <c:v>51</c:v>
                </c:pt>
                <c:pt idx="903">
                  <c:v>44</c:v>
                </c:pt>
                <c:pt idx="904">
                  <c:v>107</c:v>
                </c:pt>
                <c:pt idx="905">
                  <c:v>157</c:v>
                </c:pt>
                <c:pt idx="906">
                  <c:v>39</c:v>
                </c:pt>
                <c:pt idx="907">
                  <c:v>53</c:v>
                </c:pt>
                <c:pt idx="908">
                  <c:v>71</c:v>
                </c:pt>
                <c:pt idx="909">
                  <c:v>36</c:v>
                </c:pt>
                <c:pt idx="910">
                  <c:v>33</c:v>
                </c:pt>
                <c:pt idx="911">
                  <c:v>148</c:v>
                </c:pt>
                <c:pt idx="912">
                  <c:v>88</c:v>
                </c:pt>
                <c:pt idx="913">
                  <c:v>57</c:v>
                </c:pt>
                <c:pt idx="914">
                  <c:v>95</c:v>
                </c:pt>
                <c:pt idx="915">
                  <c:v>93</c:v>
                </c:pt>
                <c:pt idx="916">
                  <c:v>63</c:v>
                </c:pt>
                <c:pt idx="917">
                  <c:v>64</c:v>
                </c:pt>
                <c:pt idx="918">
                  <c:v>62</c:v>
                </c:pt>
                <c:pt idx="919">
                  <c:v>81</c:v>
                </c:pt>
                <c:pt idx="920">
                  <c:v>88</c:v>
                </c:pt>
                <c:pt idx="921">
                  <c:v>66</c:v>
                </c:pt>
                <c:pt idx="922">
                  <c:v>53</c:v>
                </c:pt>
                <c:pt idx="923">
                  <c:v>65</c:v>
                </c:pt>
                <c:pt idx="924">
                  <c:v>115</c:v>
                </c:pt>
                <c:pt idx="925">
                  <c:v>107</c:v>
                </c:pt>
                <c:pt idx="926">
                  <c:v>38</c:v>
                </c:pt>
                <c:pt idx="927">
                  <c:v>53</c:v>
                </c:pt>
                <c:pt idx="928">
                  <c:v>46</c:v>
                </c:pt>
                <c:pt idx="929">
                  <c:v>84</c:v>
                </c:pt>
                <c:pt idx="930">
                  <c:v>37</c:v>
                </c:pt>
                <c:pt idx="931">
                  <c:v>86</c:v>
                </c:pt>
                <c:pt idx="932">
                  <c:v>123</c:v>
                </c:pt>
                <c:pt idx="933">
                  <c:v>61</c:v>
                </c:pt>
                <c:pt idx="934">
                  <c:v>38</c:v>
                </c:pt>
                <c:pt idx="935">
                  <c:v>53</c:v>
                </c:pt>
                <c:pt idx="936">
                  <c:v>45</c:v>
                </c:pt>
                <c:pt idx="937">
                  <c:v>92</c:v>
                </c:pt>
                <c:pt idx="938">
                  <c:v>114</c:v>
                </c:pt>
                <c:pt idx="939">
                  <c:v>56</c:v>
                </c:pt>
                <c:pt idx="940">
                  <c:v>78</c:v>
                </c:pt>
                <c:pt idx="941">
                  <c:v>99</c:v>
                </c:pt>
                <c:pt idx="942">
                  <c:v>82</c:v>
                </c:pt>
                <c:pt idx="943">
                  <c:v>37</c:v>
                </c:pt>
                <c:pt idx="944">
                  <c:v>40</c:v>
                </c:pt>
                <c:pt idx="945">
                  <c:v>63</c:v>
                </c:pt>
                <c:pt idx="946">
                  <c:v>55</c:v>
                </c:pt>
                <c:pt idx="947">
                  <c:v>41</c:v>
                </c:pt>
                <c:pt idx="948">
                  <c:v>89</c:v>
                </c:pt>
                <c:pt idx="949">
                  <c:v>107</c:v>
                </c:pt>
                <c:pt idx="950">
                  <c:v>78</c:v>
                </c:pt>
                <c:pt idx="951">
                  <c:v>128</c:v>
                </c:pt>
                <c:pt idx="952">
                  <c:v>61</c:v>
                </c:pt>
                <c:pt idx="953">
                  <c:v>49</c:v>
                </c:pt>
                <c:pt idx="954">
                  <c:v>87</c:v>
                </c:pt>
                <c:pt idx="955">
                  <c:v>106</c:v>
                </c:pt>
                <c:pt idx="956">
                  <c:v>112</c:v>
                </c:pt>
                <c:pt idx="957">
                  <c:v>58</c:v>
                </c:pt>
                <c:pt idx="958">
                  <c:v>48</c:v>
                </c:pt>
                <c:pt idx="959">
                  <c:v>49</c:v>
                </c:pt>
                <c:pt idx="960">
                  <c:v>62</c:v>
                </c:pt>
                <c:pt idx="961">
                  <c:v>113</c:v>
                </c:pt>
                <c:pt idx="962">
                  <c:v>50</c:v>
                </c:pt>
                <c:pt idx="963">
                  <c:v>89</c:v>
                </c:pt>
                <c:pt idx="964">
                  <c:v>68</c:v>
                </c:pt>
                <c:pt idx="965">
                  <c:v>63</c:v>
                </c:pt>
                <c:pt idx="966">
                  <c:v>59</c:v>
                </c:pt>
                <c:pt idx="967">
                  <c:v>47</c:v>
                </c:pt>
                <c:pt idx="968">
                  <c:v>51</c:v>
                </c:pt>
                <c:pt idx="969">
                  <c:v>76</c:v>
                </c:pt>
                <c:pt idx="970">
                  <c:v>132</c:v>
                </c:pt>
                <c:pt idx="971">
                  <c:v>82</c:v>
                </c:pt>
                <c:pt idx="972">
                  <c:v>57</c:v>
                </c:pt>
                <c:pt idx="973">
                  <c:v>57</c:v>
                </c:pt>
                <c:pt idx="974">
                  <c:v>79</c:v>
                </c:pt>
                <c:pt idx="975">
                  <c:v>127</c:v>
                </c:pt>
                <c:pt idx="976">
                  <c:v>104</c:v>
                </c:pt>
                <c:pt idx="977">
                  <c:v>122</c:v>
                </c:pt>
                <c:pt idx="978">
                  <c:v>136</c:v>
                </c:pt>
                <c:pt idx="979">
                  <c:v>63</c:v>
                </c:pt>
                <c:pt idx="980">
                  <c:v>41</c:v>
                </c:pt>
                <c:pt idx="981">
                  <c:v>101</c:v>
                </c:pt>
                <c:pt idx="982">
                  <c:v>97</c:v>
                </c:pt>
                <c:pt idx="983">
                  <c:v>171</c:v>
                </c:pt>
                <c:pt idx="984">
                  <c:v>40</c:v>
                </c:pt>
                <c:pt idx="985">
                  <c:v>32</c:v>
                </c:pt>
                <c:pt idx="986">
                  <c:v>33</c:v>
                </c:pt>
                <c:pt idx="987">
                  <c:v>93</c:v>
                </c:pt>
                <c:pt idx="988">
                  <c:v>121</c:v>
                </c:pt>
                <c:pt idx="989">
                  <c:v>105</c:v>
                </c:pt>
                <c:pt idx="990">
                  <c:v>64</c:v>
                </c:pt>
                <c:pt idx="991">
                  <c:v>61</c:v>
                </c:pt>
                <c:pt idx="992">
                  <c:v>173</c:v>
                </c:pt>
                <c:pt idx="993">
                  <c:v>43</c:v>
                </c:pt>
                <c:pt idx="994">
                  <c:v>55</c:v>
                </c:pt>
                <c:pt idx="995">
                  <c:v>40</c:v>
                </c:pt>
                <c:pt idx="996">
                  <c:v>113</c:v>
                </c:pt>
                <c:pt idx="997">
                  <c:v>68</c:v>
                </c:pt>
                <c:pt idx="998">
                  <c:v>47</c:v>
                </c:pt>
                <c:pt idx="999">
                  <c:v>68</c:v>
                </c:pt>
                <c:pt idx="1000">
                  <c:v>63</c:v>
                </c:pt>
                <c:pt idx="1001">
                  <c:v>171</c:v>
                </c:pt>
                <c:pt idx="1002">
                  <c:v>55</c:v>
                </c:pt>
                <c:pt idx="1003">
                  <c:v>63</c:v>
                </c:pt>
                <c:pt idx="1004">
                  <c:v>63</c:v>
                </c:pt>
                <c:pt idx="1005">
                  <c:v>76</c:v>
                </c:pt>
                <c:pt idx="1006">
                  <c:v>91</c:v>
                </c:pt>
                <c:pt idx="1007">
                  <c:v>30</c:v>
                </c:pt>
                <c:pt idx="1008">
                  <c:v>51</c:v>
                </c:pt>
                <c:pt idx="1009">
                  <c:v>29</c:v>
                </c:pt>
                <c:pt idx="1010">
                  <c:v>44</c:v>
                </c:pt>
                <c:pt idx="1011">
                  <c:v>58</c:v>
                </c:pt>
                <c:pt idx="1012">
                  <c:v>42</c:v>
                </c:pt>
                <c:pt idx="1013">
                  <c:v>38</c:v>
                </c:pt>
                <c:pt idx="1014">
                  <c:v>56</c:v>
                </c:pt>
                <c:pt idx="1015">
                  <c:v>58</c:v>
                </c:pt>
                <c:pt idx="1016">
                  <c:v>66</c:v>
                </c:pt>
                <c:pt idx="1017">
                  <c:v>81</c:v>
                </c:pt>
                <c:pt idx="1018">
                  <c:v>61</c:v>
                </c:pt>
                <c:pt idx="1019">
                  <c:v>103</c:v>
                </c:pt>
                <c:pt idx="1020">
                  <c:v>70</c:v>
                </c:pt>
                <c:pt idx="1021">
                  <c:v>22</c:v>
                </c:pt>
                <c:pt idx="1022">
                  <c:v>138</c:v>
                </c:pt>
                <c:pt idx="1023">
                  <c:v>95</c:v>
                </c:pt>
                <c:pt idx="1024">
                  <c:v>131</c:v>
                </c:pt>
                <c:pt idx="1025">
                  <c:v>100</c:v>
                </c:pt>
                <c:pt idx="1026">
                  <c:v>80</c:v>
                </c:pt>
                <c:pt idx="1027">
                  <c:v>65</c:v>
                </c:pt>
                <c:pt idx="1028">
                  <c:v>64</c:v>
                </c:pt>
                <c:pt idx="1029">
                  <c:v>65</c:v>
                </c:pt>
                <c:pt idx="1030">
                  <c:v>65</c:v>
                </c:pt>
                <c:pt idx="1031">
                  <c:v>30</c:v>
                </c:pt>
                <c:pt idx="1032">
                  <c:v>57</c:v>
                </c:pt>
                <c:pt idx="1033">
                  <c:v>68</c:v>
                </c:pt>
                <c:pt idx="1034">
                  <c:v>114</c:v>
                </c:pt>
                <c:pt idx="1035">
                  <c:v>46</c:v>
                </c:pt>
                <c:pt idx="1036">
                  <c:v>99</c:v>
                </c:pt>
                <c:pt idx="1037">
                  <c:v>61</c:v>
                </c:pt>
                <c:pt idx="1038">
                  <c:v>107</c:v>
                </c:pt>
                <c:pt idx="1039">
                  <c:v>58</c:v>
                </c:pt>
                <c:pt idx="1040">
                  <c:v>40</c:v>
                </c:pt>
                <c:pt idx="1041">
                  <c:v>115</c:v>
                </c:pt>
                <c:pt idx="1042">
                  <c:v>82</c:v>
                </c:pt>
                <c:pt idx="1043">
                  <c:v>69</c:v>
                </c:pt>
                <c:pt idx="1044">
                  <c:v>48</c:v>
                </c:pt>
                <c:pt idx="1045">
                  <c:v>57</c:v>
                </c:pt>
                <c:pt idx="1046">
                  <c:v>87</c:v>
                </c:pt>
                <c:pt idx="1047">
                  <c:v>31</c:v>
                </c:pt>
                <c:pt idx="1048">
                  <c:v>123</c:v>
                </c:pt>
                <c:pt idx="1049">
                  <c:v>87</c:v>
                </c:pt>
                <c:pt idx="1050">
                  <c:v>46</c:v>
                </c:pt>
                <c:pt idx="1051">
                  <c:v>89</c:v>
                </c:pt>
                <c:pt idx="1052">
                  <c:v>61</c:v>
                </c:pt>
                <c:pt idx="1053">
                  <c:v>106</c:v>
                </c:pt>
                <c:pt idx="1054">
                  <c:v>60</c:v>
                </c:pt>
                <c:pt idx="1055">
                  <c:v>109</c:v>
                </c:pt>
                <c:pt idx="1056">
                  <c:v>83</c:v>
                </c:pt>
                <c:pt idx="1057">
                  <c:v>60</c:v>
                </c:pt>
                <c:pt idx="1058">
                  <c:v>136</c:v>
                </c:pt>
                <c:pt idx="1059">
                  <c:v>33</c:v>
                </c:pt>
                <c:pt idx="1060">
                  <c:v>67</c:v>
                </c:pt>
                <c:pt idx="1061">
                  <c:v>83</c:v>
                </c:pt>
                <c:pt idx="1062">
                  <c:v>59</c:v>
                </c:pt>
                <c:pt idx="1063">
                  <c:v>75</c:v>
                </c:pt>
                <c:pt idx="1064">
                  <c:v>49</c:v>
                </c:pt>
                <c:pt idx="1065">
                  <c:v>140</c:v>
                </c:pt>
                <c:pt idx="1066">
                  <c:v>103</c:v>
                </c:pt>
                <c:pt idx="1067">
                  <c:v>120</c:v>
                </c:pt>
                <c:pt idx="1068">
                  <c:v>64</c:v>
                </c:pt>
                <c:pt idx="1069">
                  <c:v>39</c:v>
                </c:pt>
                <c:pt idx="1070">
                  <c:v>41</c:v>
                </c:pt>
                <c:pt idx="1071">
                  <c:v>50</c:v>
                </c:pt>
                <c:pt idx="1072">
                  <c:v>118</c:v>
                </c:pt>
                <c:pt idx="1073">
                  <c:v>78</c:v>
                </c:pt>
                <c:pt idx="1074">
                  <c:v>64</c:v>
                </c:pt>
                <c:pt idx="1075">
                  <c:v>80</c:v>
                </c:pt>
                <c:pt idx="1076">
                  <c:v>58</c:v>
                </c:pt>
                <c:pt idx="1077">
                  <c:v>80</c:v>
                </c:pt>
                <c:pt idx="1078">
                  <c:v>71</c:v>
                </c:pt>
                <c:pt idx="1079">
                  <c:v>82</c:v>
                </c:pt>
                <c:pt idx="1080">
                  <c:v>68</c:v>
                </c:pt>
                <c:pt idx="1081">
                  <c:v>58</c:v>
                </c:pt>
                <c:pt idx="1082">
                  <c:v>108</c:v>
                </c:pt>
                <c:pt idx="1083">
                  <c:v>76</c:v>
                </c:pt>
                <c:pt idx="1084">
                  <c:v>120</c:v>
                </c:pt>
                <c:pt idx="1085">
                  <c:v>27</c:v>
                </c:pt>
                <c:pt idx="1086">
                  <c:v>59</c:v>
                </c:pt>
                <c:pt idx="1087">
                  <c:v>59</c:v>
                </c:pt>
                <c:pt idx="1088">
                  <c:v>152</c:v>
                </c:pt>
                <c:pt idx="1089">
                  <c:v>42</c:v>
                </c:pt>
                <c:pt idx="1090">
                  <c:v>72</c:v>
                </c:pt>
                <c:pt idx="1091">
                  <c:v>35</c:v>
                </c:pt>
                <c:pt idx="1092">
                  <c:v>57</c:v>
                </c:pt>
                <c:pt idx="1093">
                  <c:v>41</c:v>
                </c:pt>
                <c:pt idx="1094">
                  <c:v>42</c:v>
                </c:pt>
                <c:pt idx="1095">
                  <c:v>143</c:v>
                </c:pt>
                <c:pt idx="1096">
                  <c:v>78</c:v>
                </c:pt>
                <c:pt idx="1097">
                  <c:v>40</c:v>
                </c:pt>
                <c:pt idx="1098">
                  <c:v>46</c:v>
                </c:pt>
                <c:pt idx="1099">
                  <c:v>62</c:v>
                </c:pt>
                <c:pt idx="1100">
                  <c:v>42</c:v>
                </c:pt>
                <c:pt idx="1101">
                  <c:v>51</c:v>
                </c:pt>
                <c:pt idx="1102">
                  <c:v>108</c:v>
                </c:pt>
                <c:pt idx="1103">
                  <c:v>37</c:v>
                </c:pt>
                <c:pt idx="1104">
                  <c:v>184</c:v>
                </c:pt>
                <c:pt idx="1105">
                  <c:v>69</c:v>
                </c:pt>
                <c:pt idx="1106">
                  <c:v>58</c:v>
                </c:pt>
                <c:pt idx="1107">
                  <c:v>120</c:v>
                </c:pt>
                <c:pt idx="1108">
                  <c:v>92</c:v>
                </c:pt>
                <c:pt idx="1109">
                  <c:v>57</c:v>
                </c:pt>
                <c:pt idx="1110">
                  <c:v>115</c:v>
                </c:pt>
                <c:pt idx="1111">
                  <c:v>67</c:v>
                </c:pt>
                <c:pt idx="1112">
                  <c:v>77</c:v>
                </c:pt>
                <c:pt idx="1113">
                  <c:v>45</c:v>
                </c:pt>
                <c:pt idx="1114">
                  <c:v>38</c:v>
                </c:pt>
                <c:pt idx="1115">
                  <c:v>153</c:v>
                </c:pt>
                <c:pt idx="1116">
                  <c:v>58</c:v>
                </c:pt>
                <c:pt idx="1117">
                  <c:v>100</c:v>
                </c:pt>
                <c:pt idx="1118">
                  <c:v>191</c:v>
                </c:pt>
                <c:pt idx="1119">
                  <c:v>118</c:v>
                </c:pt>
                <c:pt idx="1120">
                  <c:v>124</c:v>
                </c:pt>
                <c:pt idx="1121">
                  <c:v>206</c:v>
                </c:pt>
                <c:pt idx="1122">
                  <c:v>64</c:v>
                </c:pt>
                <c:pt idx="1123">
                  <c:v>68</c:v>
                </c:pt>
                <c:pt idx="1124">
                  <c:v>136</c:v>
                </c:pt>
                <c:pt idx="1125">
                  <c:v>41</c:v>
                </c:pt>
                <c:pt idx="1126">
                  <c:v>65</c:v>
                </c:pt>
                <c:pt idx="1127">
                  <c:v>32</c:v>
                </c:pt>
                <c:pt idx="1128">
                  <c:v>192</c:v>
                </c:pt>
                <c:pt idx="1129">
                  <c:v>207</c:v>
                </c:pt>
                <c:pt idx="1130">
                  <c:v>86</c:v>
                </c:pt>
                <c:pt idx="1131">
                  <c:v>220</c:v>
                </c:pt>
                <c:pt idx="1132">
                  <c:v>113</c:v>
                </c:pt>
                <c:pt idx="1133">
                  <c:v>72</c:v>
                </c:pt>
                <c:pt idx="1134">
                  <c:v>89</c:v>
                </c:pt>
                <c:pt idx="1135">
                  <c:v>160</c:v>
                </c:pt>
                <c:pt idx="1136">
                  <c:v>99</c:v>
                </c:pt>
                <c:pt idx="1137">
                  <c:v>127</c:v>
                </c:pt>
                <c:pt idx="1138">
                  <c:v>38</c:v>
                </c:pt>
                <c:pt idx="1139">
                  <c:v>54</c:v>
                </c:pt>
                <c:pt idx="1140">
                  <c:v>68</c:v>
                </c:pt>
                <c:pt idx="1141">
                  <c:v>49</c:v>
                </c:pt>
                <c:pt idx="1142">
                  <c:v>100</c:v>
                </c:pt>
                <c:pt idx="1143">
                  <c:v>75</c:v>
                </c:pt>
                <c:pt idx="1144">
                  <c:v>146</c:v>
                </c:pt>
                <c:pt idx="1145">
                  <c:v>35</c:v>
                </c:pt>
                <c:pt idx="1146">
                  <c:v>51</c:v>
                </c:pt>
                <c:pt idx="1147">
                  <c:v>56</c:v>
                </c:pt>
                <c:pt idx="1148">
                  <c:v>27</c:v>
                </c:pt>
                <c:pt idx="1149">
                  <c:v>43</c:v>
                </c:pt>
                <c:pt idx="1150">
                  <c:v>48</c:v>
                </c:pt>
                <c:pt idx="1151">
                  <c:v>74</c:v>
                </c:pt>
                <c:pt idx="1152">
                  <c:v>78</c:v>
                </c:pt>
                <c:pt idx="1153">
                  <c:v>133</c:v>
                </c:pt>
                <c:pt idx="1154">
                  <c:v>62</c:v>
                </c:pt>
                <c:pt idx="1155">
                  <c:v>57</c:v>
                </c:pt>
                <c:pt idx="1156">
                  <c:v>47</c:v>
                </c:pt>
                <c:pt idx="1157">
                  <c:v>55</c:v>
                </c:pt>
                <c:pt idx="1158">
                  <c:v>68</c:v>
                </c:pt>
                <c:pt idx="1159">
                  <c:v>192</c:v>
                </c:pt>
                <c:pt idx="1160">
                  <c:v>43</c:v>
                </c:pt>
                <c:pt idx="1161">
                  <c:v>172</c:v>
                </c:pt>
                <c:pt idx="1162">
                  <c:v>50</c:v>
                </c:pt>
                <c:pt idx="1163">
                  <c:v>140</c:v>
                </c:pt>
                <c:pt idx="1164">
                  <c:v>70</c:v>
                </c:pt>
                <c:pt idx="1165">
                  <c:v>47</c:v>
                </c:pt>
                <c:pt idx="1166">
                  <c:v>62</c:v>
                </c:pt>
                <c:pt idx="1167">
                  <c:v>52</c:v>
                </c:pt>
                <c:pt idx="1168">
                  <c:v>66</c:v>
                </c:pt>
                <c:pt idx="1169">
                  <c:v>66</c:v>
                </c:pt>
                <c:pt idx="1170">
                  <c:v>73</c:v>
                </c:pt>
                <c:pt idx="1171">
                  <c:v>116</c:v>
                </c:pt>
                <c:pt idx="1172">
                  <c:v>42</c:v>
                </c:pt>
                <c:pt idx="1173">
                  <c:v>51</c:v>
                </c:pt>
                <c:pt idx="1174">
                  <c:v>118</c:v>
                </c:pt>
                <c:pt idx="1175">
                  <c:v>25</c:v>
                </c:pt>
                <c:pt idx="1176">
                  <c:v>34</c:v>
                </c:pt>
                <c:pt idx="1177">
                  <c:v>71</c:v>
                </c:pt>
                <c:pt idx="1178">
                  <c:v>58</c:v>
                </c:pt>
                <c:pt idx="1179">
                  <c:v>83</c:v>
                </c:pt>
                <c:pt idx="1180">
                  <c:v>107</c:v>
                </c:pt>
                <c:pt idx="1181">
                  <c:v>57</c:v>
                </c:pt>
                <c:pt idx="1182">
                  <c:v>44</c:v>
                </c:pt>
                <c:pt idx="1183">
                  <c:v>47</c:v>
                </c:pt>
                <c:pt idx="1184">
                  <c:v>51</c:v>
                </c:pt>
                <c:pt idx="1185">
                  <c:v>49</c:v>
                </c:pt>
                <c:pt idx="1186">
                  <c:v>75</c:v>
                </c:pt>
                <c:pt idx="1187">
                  <c:v>67</c:v>
                </c:pt>
                <c:pt idx="1188">
                  <c:v>101</c:v>
                </c:pt>
                <c:pt idx="1189">
                  <c:v>68</c:v>
                </c:pt>
                <c:pt idx="1190">
                  <c:v>69</c:v>
                </c:pt>
                <c:pt idx="1191">
                  <c:v>161</c:v>
                </c:pt>
                <c:pt idx="1192">
                  <c:v>49</c:v>
                </c:pt>
                <c:pt idx="1193">
                  <c:v>24</c:v>
                </c:pt>
                <c:pt idx="1194">
                  <c:v>54</c:v>
                </c:pt>
                <c:pt idx="1195">
                  <c:v>49</c:v>
                </c:pt>
                <c:pt idx="1196">
                  <c:v>101</c:v>
                </c:pt>
                <c:pt idx="1197">
                  <c:v>64</c:v>
                </c:pt>
                <c:pt idx="1198">
                  <c:v>56</c:v>
                </c:pt>
                <c:pt idx="1199">
                  <c:v>69</c:v>
                </c:pt>
                <c:pt idx="1200">
                  <c:v>53</c:v>
                </c:pt>
                <c:pt idx="1201">
                  <c:v>58</c:v>
                </c:pt>
                <c:pt idx="1202">
                  <c:v>54</c:v>
                </c:pt>
                <c:pt idx="1203">
                  <c:v>69</c:v>
                </c:pt>
                <c:pt idx="1204">
                  <c:v>33</c:v>
                </c:pt>
                <c:pt idx="1205">
                  <c:v>50</c:v>
                </c:pt>
                <c:pt idx="1206">
                  <c:v>69</c:v>
                </c:pt>
                <c:pt idx="1207">
                  <c:v>53</c:v>
                </c:pt>
                <c:pt idx="1208">
                  <c:v>119</c:v>
                </c:pt>
                <c:pt idx="1209">
                  <c:v>52</c:v>
                </c:pt>
                <c:pt idx="1210">
                  <c:v>49</c:v>
                </c:pt>
                <c:pt idx="1211">
                  <c:v>56</c:v>
                </c:pt>
                <c:pt idx="1212">
                  <c:v>50</c:v>
                </c:pt>
                <c:pt idx="1213">
                  <c:v>161</c:v>
                </c:pt>
              </c:numCache>
            </c:numRef>
          </c:xVal>
          <c:yVal>
            <c:numRef>
              <c:f>Sheet1!$B$2:$B$1215</c:f>
              <c:numCache>
                <c:formatCode>General</c:formatCode>
                <c:ptCount val="1214"/>
                <c:pt idx="0">
                  <c:v>360</c:v>
                </c:pt>
                <c:pt idx="1">
                  <c:v>610</c:v>
                </c:pt>
                <c:pt idx="2">
                  <c:v>360</c:v>
                </c:pt>
                <c:pt idx="3">
                  <c:v>610</c:v>
                </c:pt>
                <c:pt idx="4">
                  <c:v>235</c:v>
                </c:pt>
                <c:pt idx="5">
                  <c:v>350</c:v>
                </c:pt>
                <c:pt idx="6">
                  <c:v>455</c:v>
                </c:pt>
                <c:pt idx="7">
                  <c:v>585</c:v>
                </c:pt>
                <c:pt idx="8">
                  <c:v>450</c:v>
                </c:pt>
                <c:pt idx="9">
                  <c:v>445</c:v>
                </c:pt>
                <c:pt idx="10">
                  <c:v>445</c:v>
                </c:pt>
                <c:pt idx="11">
                  <c:v>430</c:v>
                </c:pt>
                <c:pt idx="12">
                  <c:v>455</c:v>
                </c:pt>
                <c:pt idx="13">
                  <c:v>375</c:v>
                </c:pt>
                <c:pt idx="14">
                  <c:v>245</c:v>
                </c:pt>
                <c:pt idx="15">
                  <c:v>490</c:v>
                </c:pt>
                <c:pt idx="16">
                  <c:v>440</c:v>
                </c:pt>
                <c:pt idx="17">
                  <c:v>580</c:v>
                </c:pt>
                <c:pt idx="18">
                  <c:v>340</c:v>
                </c:pt>
                <c:pt idx="19">
                  <c:v>500</c:v>
                </c:pt>
                <c:pt idx="20">
                  <c:v>380</c:v>
                </c:pt>
                <c:pt idx="21">
                  <c:v>450</c:v>
                </c:pt>
                <c:pt idx="22">
                  <c:v>550</c:v>
                </c:pt>
                <c:pt idx="23">
                  <c:v>360</c:v>
                </c:pt>
                <c:pt idx="24">
                  <c:v>335</c:v>
                </c:pt>
                <c:pt idx="25">
                  <c:v>260</c:v>
                </c:pt>
                <c:pt idx="26">
                  <c:v>385</c:v>
                </c:pt>
                <c:pt idx="27">
                  <c:v>330</c:v>
                </c:pt>
                <c:pt idx="28">
                  <c:v>475</c:v>
                </c:pt>
                <c:pt idx="29">
                  <c:v>460</c:v>
                </c:pt>
                <c:pt idx="30">
                  <c:v>325</c:v>
                </c:pt>
                <c:pt idx="31">
                  <c:v>365</c:v>
                </c:pt>
                <c:pt idx="32">
                  <c:v>385</c:v>
                </c:pt>
                <c:pt idx="33">
                  <c:v>315</c:v>
                </c:pt>
                <c:pt idx="34">
                  <c:v>385</c:v>
                </c:pt>
                <c:pt idx="35">
                  <c:v>390</c:v>
                </c:pt>
                <c:pt idx="36">
                  <c:v>190</c:v>
                </c:pt>
                <c:pt idx="37">
                  <c:v>400</c:v>
                </c:pt>
                <c:pt idx="38">
                  <c:v>365</c:v>
                </c:pt>
                <c:pt idx="39">
                  <c:v>450</c:v>
                </c:pt>
                <c:pt idx="40">
                  <c:v>475</c:v>
                </c:pt>
                <c:pt idx="41">
                  <c:v>345</c:v>
                </c:pt>
                <c:pt idx="42">
                  <c:v>685</c:v>
                </c:pt>
                <c:pt idx="43">
                  <c:v>485</c:v>
                </c:pt>
                <c:pt idx="44">
                  <c:v>385</c:v>
                </c:pt>
                <c:pt idx="45">
                  <c:v>515</c:v>
                </c:pt>
                <c:pt idx="46">
                  <c:v>455</c:v>
                </c:pt>
                <c:pt idx="47">
                  <c:v>380</c:v>
                </c:pt>
                <c:pt idx="48">
                  <c:v>225</c:v>
                </c:pt>
                <c:pt idx="49">
                  <c:v>540</c:v>
                </c:pt>
                <c:pt idx="50">
                  <c:v>455</c:v>
                </c:pt>
                <c:pt idx="51">
                  <c:v>380</c:v>
                </c:pt>
                <c:pt idx="52">
                  <c:v>445</c:v>
                </c:pt>
                <c:pt idx="53">
                  <c:v>400</c:v>
                </c:pt>
                <c:pt idx="54">
                  <c:v>545</c:v>
                </c:pt>
                <c:pt idx="55">
                  <c:v>355</c:v>
                </c:pt>
                <c:pt idx="56">
                  <c:v>430</c:v>
                </c:pt>
                <c:pt idx="57">
                  <c:v>490</c:v>
                </c:pt>
                <c:pt idx="58">
                  <c:v>500</c:v>
                </c:pt>
                <c:pt idx="59">
                  <c:v>445</c:v>
                </c:pt>
                <c:pt idx="60">
                  <c:v>365</c:v>
                </c:pt>
                <c:pt idx="61">
                  <c:v>440</c:v>
                </c:pt>
                <c:pt idx="62">
                  <c:v>435</c:v>
                </c:pt>
                <c:pt idx="63">
                  <c:v>390</c:v>
                </c:pt>
                <c:pt idx="64">
                  <c:v>370</c:v>
                </c:pt>
                <c:pt idx="65">
                  <c:v>350</c:v>
                </c:pt>
                <c:pt idx="66">
                  <c:v>440</c:v>
                </c:pt>
                <c:pt idx="67">
                  <c:v>470</c:v>
                </c:pt>
                <c:pt idx="68">
                  <c:v>300</c:v>
                </c:pt>
                <c:pt idx="69">
                  <c:v>480</c:v>
                </c:pt>
                <c:pt idx="70">
                  <c:v>250</c:v>
                </c:pt>
                <c:pt idx="71">
                  <c:v>415</c:v>
                </c:pt>
                <c:pt idx="72">
                  <c:v>460</c:v>
                </c:pt>
                <c:pt idx="73">
                  <c:v>455</c:v>
                </c:pt>
                <c:pt idx="74">
                  <c:v>350</c:v>
                </c:pt>
                <c:pt idx="75">
                  <c:v>490</c:v>
                </c:pt>
                <c:pt idx="76">
                  <c:v>315</c:v>
                </c:pt>
                <c:pt idx="77">
                  <c:v>525</c:v>
                </c:pt>
                <c:pt idx="78">
                  <c:v>565</c:v>
                </c:pt>
                <c:pt idx="79">
                  <c:v>560</c:v>
                </c:pt>
                <c:pt idx="80">
                  <c:v>400</c:v>
                </c:pt>
                <c:pt idx="81">
                  <c:v>480</c:v>
                </c:pt>
                <c:pt idx="82">
                  <c:v>720</c:v>
                </c:pt>
                <c:pt idx="83">
                  <c:v>320</c:v>
                </c:pt>
                <c:pt idx="84">
                  <c:v>315</c:v>
                </c:pt>
                <c:pt idx="85">
                  <c:v>410</c:v>
                </c:pt>
                <c:pt idx="86">
                  <c:v>575</c:v>
                </c:pt>
                <c:pt idx="87">
                  <c:v>265</c:v>
                </c:pt>
                <c:pt idx="88">
                  <c:v>325</c:v>
                </c:pt>
                <c:pt idx="89">
                  <c:v>410</c:v>
                </c:pt>
                <c:pt idx="90">
                  <c:v>375</c:v>
                </c:pt>
                <c:pt idx="91">
                  <c:v>185</c:v>
                </c:pt>
                <c:pt idx="92">
                  <c:v>330</c:v>
                </c:pt>
                <c:pt idx="93">
                  <c:v>465</c:v>
                </c:pt>
                <c:pt idx="94">
                  <c:v>390</c:v>
                </c:pt>
                <c:pt idx="95">
                  <c:v>350</c:v>
                </c:pt>
                <c:pt idx="96">
                  <c:v>330</c:v>
                </c:pt>
                <c:pt idx="97">
                  <c:v>235</c:v>
                </c:pt>
                <c:pt idx="98">
                  <c:v>420</c:v>
                </c:pt>
                <c:pt idx="99">
                  <c:v>465</c:v>
                </c:pt>
                <c:pt idx="100">
                  <c:v>410</c:v>
                </c:pt>
                <c:pt idx="101">
                  <c:v>440</c:v>
                </c:pt>
                <c:pt idx="102">
                  <c:v>255</c:v>
                </c:pt>
                <c:pt idx="103">
                  <c:v>255</c:v>
                </c:pt>
                <c:pt idx="104">
                  <c:v>475</c:v>
                </c:pt>
                <c:pt idx="105">
                  <c:v>575</c:v>
                </c:pt>
                <c:pt idx="106">
                  <c:v>420</c:v>
                </c:pt>
                <c:pt idx="107">
                  <c:v>505</c:v>
                </c:pt>
                <c:pt idx="108">
                  <c:v>275</c:v>
                </c:pt>
                <c:pt idx="109">
                  <c:v>405</c:v>
                </c:pt>
                <c:pt idx="110">
                  <c:v>465</c:v>
                </c:pt>
                <c:pt idx="111">
                  <c:v>370</c:v>
                </c:pt>
                <c:pt idx="112">
                  <c:v>455</c:v>
                </c:pt>
                <c:pt idx="113">
                  <c:v>420</c:v>
                </c:pt>
                <c:pt idx="114">
                  <c:v>385</c:v>
                </c:pt>
                <c:pt idx="115">
                  <c:v>395</c:v>
                </c:pt>
                <c:pt idx="116">
                  <c:v>525</c:v>
                </c:pt>
                <c:pt idx="117">
                  <c:v>555</c:v>
                </c:pt>
                <c:pt idx="118">
                  <c:v>450</c:v>
                </c:pt>
                <c:pt idx="119">
                  <c:v>325</c:v>
                </c:pt>
                <c:pt idx="120">
                  <c:v>425</c:v>
                </c:pt>
                <c:pt idx="121">
                  <c:v>500</c:v>
                </c:pt>
                <c:pt idx="122">
                  <c:v>390</c:v>
                </c:pt>
                <c:pt idx="123">
                  <c:v>430</c:v>
                </c:pt>
                <c:pt idx="124">
                  <c:v>445</c:v>
                </c:pt>
                <c:pt idx="125">
                  <c:v>455</c:v>
                </c:pt>
                <c:pt idx="126">
                  <c:v>300</c:v>
                </c:pt>
                <c:pt idx="127">
                  <c:v>490</c:v>
                </c:pt>
                <c:pt idx="128">
                  <c:v>470</c:v>
                </c:pt>
                <c:pt idx="129">
                  <c:v>420</c:v>
                </c:pt>
                <c:pt idx="130">
                  <c:v>400</c:v>
                </c:pt>
                <c:pt idx="131">
                  <c:v>450</c:v>
                </c:pt>
                <c:pt idx="132">
                  <c:v>485</c:v>
                </c:pt>
                <c:pt idx="133">
                  <c:v>280</c:v>
                </c:pt>
                <c:pt idx="134">
                  <c:v>520</c:v>
                </c:pt>
                <c:pt idx="135">
                  <c:v>420</c:v>
                </c:pt>
                <c:pt idx="136">
                  <c:v>475</c:v>
                </c:pt>
                <c:pt idx="137">
                  <c:v>350</c:v>
                </c:pt>
                <c:pt idx="138">
                  <c:v>300</c:v>
                </c:pt>
                <c:pt idx="139">
                  <c:v>470</c:v>
                </c:pt>
                <c:pt idx="140">
                  <c:v>480</c:v>
                </c:pt>
                <c:pt idx="141">
                  <c:v>485</c:v>
                </c:pt>
                <c:pt idx="142">
                  <c:v>495</c:v>
                </c:pt>
                <c:pt idx="143">
                  <c:v>495</c:v>
                </c:pt>
                <c:pt idx="144">
                  <c:v>440</c:v>
                </c:pt>
                <c:pt idx="145">
                  <c:v>600</c:v>
                </c:pt>
                <c:pt idx="146">
                  <c:v>445</c:v>
                </c:pt>
                <c:pt idx="147">
                  <c:v>310</c:v>
                </c:pt>
                <c:pt idx="148">
                  <c:v>180</c:v>
                </c:pt>
                <c:pt idx="149">
                  <c:v>435</c:v>
                </c:pt>
                <c:pt idx="150">
                  <c:v>480</c:v>
                </c:pt>
                <c:pt idx="151">
                  <c:v>435</c:v>
                </c:pt>
                <c:pt idx="152">
                  <c:v>340</c:v>
                </c:pt>
                <c:pt idx="153">
                  <c:v>395</c:v>
                </c:pt>
                <c:pt idx="154">
                  <c:v>400</c:v>
                </c:pt>
                <c:pt idx="155">
                  <c:v>495</c:v>
                </c:pt>
                <c:pt idx="156">
                  <c:v>380</c:v>
                </c:pt>
                <c:pt idx="157">
                  <c:v>450</c:v>
                </c:pt>
                <c:pt idx="158">
                  <c:v>480</c:v>
                </c:pt>
                <c:pt idx="159">
                  <c:v>335</c:v>
                </c:pt>
                <c:pt idx="160">
                  <c:v>390</c:v>
                </c:pt>
                <c:pt idx="161">
                  <c:v>370</c:v>
                </c:pt>
                <c:pt idx="162">
                  <c:v>345</c:v>
                </c:pt>
                <c:pt idx="163">
                  <c:v>425</c:v>
                </c:pt>
                <c:pt idx="164">
                  <c:v>360</c:v>
                </c:pt>
                <c:pt idx="165">
                  <c:v>310</c:v>
                </c:pt>
                <c:pt idx="166">
                  <c:v>460</c:v>
                </c:pt>
                <c:pt idx="167">
                  <c:v>250</c:v>
                </c:pt>
                <c:pt idx="168">
                  <c:v>380</c:v>
                </c:pt>
                <c:pt idx="169">
                  <c:v>420</c:v>
                </c:pt>
                <c:pt idx="170">
                  <c:v>240</c:v>
                </c:pt>
                <c:pt idx="171">
                  <c:v>235</c:v>
                </c:pt>
                <c:pt idx="172">
                  <c:v>515</c:v>
                </c:pt>
                <c:pt idx="173">
                  <c:v>565</c:v>
                </c:pt>
                <c:pt idx="174">
                  <c:v>100</c:v>
                </c:pt>
                <c:pt idx="175">
                  <c:v>445</c:v>
                </c:pt>
                <c:pt idx="176">
                  <c:v>525</c:v>
                </c:pt>
                <c:pt idx="177">
                  <c:v>380</c:v>
                </c:pt>
                <c:pt idx="178">
                  <c:v>515</c:v>
                </c:pt>
                <c:pt idx="179">
                  <c:v>290</c:v>
                </c:pt>
                <c:pt idx="180">
                  <c:v>575</c:v>
                </c:pt>
                <c:pt idx="181">
                  <c:v>500</c:v>
                </c:pt>
                <c:pt idx="182">
                  <c:v>350</c:v>
                </c:pt>
                <c:pt idx="183">
                  <c:v>470</c:v>
                </c:pt>
                <c:pt idx="184">
                  <c:v>450</c:v>
                </c:pt>
                <c:pt idx="185">
                  <c:v>445</c:v>
                </c:pt>
                <c:pt idx="186">
                  <c:v>290</c:v>
                </c:pt>
                <c:pt idx="187">
                  <c:v>190</c:v>
                </c:pt>
                <c:pt idx="188">
                  <c:v>520</c:v>
                </c:pt>
                <c:pt idx="189">
                  <c:v>380</c:v>
                </c:pt>
                <c:pt idx="190">
                  <c:v>335</c:v>
                </c:pt>
                <c:pt idx="191">
                  <c:v>270</c:v>
                </c:pt>
                <c:pt idx="192">
                  <c:v>350</c:v>
                </c:pt>
                <c:pt idx="193">
                  <c:v>510</c:v>
                </c:pt>
                <c:pt idx="194">
                  <c:v>240</c:v>
                </c:pt>
                <c:pt idx="195">
                  <c:v>485</c:v>
                </c:pt>
                <c:pt idx="196">
                  <c:v>295</c:v>
                </c:pt>
                <c:pt idx="197">
                  <c:v>330</c:v>
                </c:pt>
                <c:pt idx="198">
                  <c:v>390</c:v>
                </c:pt>
                <c:pt idx="199">
                  <c:v>370</c:v>
                </c:pt>
                <c:pt idx="200">
                  <c:v>580</c:v>
                </c:pt>
                <c:pt idx="201">
                  <c:v>290</c:v>
                </c:pt>
                <c:pt idx="202">
                  <c:v>245</c:v>
                </c:pt>
                <c:pt idx="203">
                  <c:v>350</c:v>
                </c:pt>
                <c:pt idx="204">
                  <c:v>170</c:v>
                </c:pt>
                <c:pt idx="205">
                  <c:v>370</c:v>
                </c:pt>
                <c:pt idx="206">
                  <c:v>450</c:v>
                </c:pt>
                <c:pt idx="207">
                  <c:v>580</c:v>
                </c:pt>
                <c:pt idx="208">
                  <c:v>495</c:v>
                </c:pt>
                <c:pt idx="209">
                  <c:v>345</c:v>
                </c:pt>
                <c:pt idx="210">
                  <c:v>480</c:v>
                </c:pt>
                <c:pt idx="211">
                  <c:v>400</c:v>
                </c:pt>
                <c:pt idx="212">
                  <c:v>475</c:v>
                </c:pt>
                <c:pt idx="213">
                  <c:v>430</c:v>
                </c:pt>
                <c:pt idx="214">
                  <c:v>400</c:v>
                </c:pt>
                <c:pt idx="215">
                  <c:v>460</c:v>
                </c:pt>
                <c:pt idx="216">
                  <c:v>320</c:v>
                </c:pt>
                <c:pt idx="217">
                  <c:v>385</c:v>
                </c:pt>
                <c:pt idx="218">
                  <c:v>625</c:v>
                </c:pt>
                <c:pt idx="219">
                  <c:v>590</c:v>
                </c:pt>
                <c:pt idx="220">
                  <c:v>220</c:v>
                </c:pt>
                <c:pt idx="221">
                  <c:v>350</c:v>
                </c:pt>
                <c:pt idx="222">
                  <c:v>440</c:v>
                </c:pt>
                <c:pt idx="223">
                  <c:v>475</c:v>
                </c:pt>
                <c:pt idx="224">
                  <c:v>205</c:v>
                </c:pt>
                <c:pt idx="225">
                  <c:v>425</c:v>
                </c:pt>
                <c:pt idx="226">
                  <c:v>515</c:v>
                </c:pt>
                <c:pt idx="227">
                  <c:v>425</c:v>
                </c:pt>
                <c:pt idx="228">
                  <c:v>415</c:v>
                </c:pt>
                <c:pt idx="229">
                  <c:v>165</c:v>
                </c:pt>
                <c:pt idx="230">
                  <c:v>485</c:v>
                </c:pt>
                <c:pt idx="231">
                  <c:v>350</c:v>
                </c:pt>
                <c:pt idx="232">
                  <c:v>470</c:v>
                </c:pt>
                <c:pt idx="233">
                  <c:v>365</c:v>
                </c:pt>
                <c:pt idx="234">
                  <c:v>375</c:v>
                </c:pt>
                <c:pt idx="235">
                  <c:v>465</c:v>
                </c:pt>
                <c:pt idx="236">
                  <c:v>310</c:v>
                </c:pt>
                <c:pt idx="237">
                  <c:v>160</c:v>
                </c:pt>
                <c:pt idx="238">
                  <c:v>530</c:v>
                </c:pt>
                <c:pt idx="239">
                  <c:v>480</c:v>
                </c:pt>
                <c:pt idx="240">
                  <c:v>485</c:v>
                </c:pt>
                <c:pt idx="241">
                  <c:v>165</c:v>
                </c:pt>
                <c:pt idx="242">
                  <c:v>420</c:v>
                </c:pt>
                <c:pt idx="243">
                  <c:v>285</c:v>
                </c:pt>
                <c:pt idx="244">
                  <c:v>505</c:v>
                </c:pt>
                <c:pt idx="245">
                  <c:v>335</c:v>
                </c:pt>
                <c:pt idx="246">
                  <c:v>275</c:v>
                </c:pt>
                <c:pt idx="247">
                  <c:v>410</c:v>
                </c:pt>
                <c:pt idx="248">
                  <c:v>135</c:v>
                </c:pt>
                <c:pt idx="249">
                  <c:v>390</c:v>
                </c:pt>
                <c:pt idx="250">
                  <c:v>375</c:v>
                </c:pt>
                <c:pt idx="251">
                  <c:v>365</c:v>
                </c:pt>
                <c:pt idx="252">
                  <c:v>270</c:v>
                </c:pt>
                <c:pt idx="253">
                  <c:v>340</c:v>
                </c:pt>
                <c:pt idx="254">
                  <c:v>425</c:v>
                </c:pt>
                <c:pt idx="255">
                  <c:v>455</c:v>
                </c:pt>
                <c:pt idx="256">
                  <c:v>295</c:v>
                </c:pt>
                <c:pt idx="257">
                  <c:v>400</c:v>
                </c:pt>
                <c:pt idx="258">
                  <c:v>470</c:v>
                </c:pt>
                <c:pt idx="259">
                  <c:v>405</c:v>
                </c:pt>
                <c:pt idx="260">
                  <c:v>260</c:v>
                </c:pt>
                <c:pt idx="261">
                  <c:v>405</c:v>
                </c:pt>
                <c:pt idx="262">
                  <c:v>360</c:v>
                </c:pt>
                <c:pt idx="263">
                  <c:v>475</c:v>
                </c:pt>
                <c:pt idx="264">
                  <c:v>490</c:v>
                </c:pt>
                <c:pt idx="265">
                  <c:v>365</c:v>
                </c:pt>
                <c:pt idx="266">
                  <c:v>325</c:v>
                </c:pt>
                <c:pt idx="267">
                  <c:v>405</c:v>
                </c:pt>
                <c:pt idx="268">
                  <c:v>460</c:v>
                </c:pt>
                <c:pt idx="269">
                  <c:v>170</c:v>
                </c:pt>
                <c:pt idx="270">
                  <c:v>385</c:v>
                </c:pt>
                <c:pt idx="271">
                  <c:v>335</c:v>
                </c:pt>
                <c:pt idx="272">
                  <c:v>310</c:v>
                </c:pt>
                <c:pt idx="273">
                  <c:v>310</c:v>
                </c:pt>
                <c:pt idx="274">
                  <c:v>390</c:v>
                </c:pt>
                <c:pt idx="275">
                  <c:v>525</c:v>
                </c:pt>
                <c:pt idx="276">
                  <c:v>365</c:v>
                </c:pt>
                <c:pt idx="277">
                  <c:v>410</c:v>
                </c:pt>
                <c:pt idx="278">
                  <c:v>485</c:v>
                </c:pt>
                <c:pt idx="279">
                  <c:v>370</c:v>
                </c:pt>
                <c:pt idx="280">
                  <c:v>355</c:v>
                </c:pt>
                <c:pt idx="281">
                  <c:v>455</c:v>
                </c:pt>
                <c:pt idx="282">
                  <c:v>480</c:v>
                </c:pt>
                <c:pt idx="283">
                  <c:v>390</c:v>
                </c:pt>
                <c:pt idx="284">
                  <c:v>335</c:v>
                </c:pt>
                <c:pt idx="285">
                  <c:v>460</c:v>
                </c:pt>
                <c:pt idx="286">
                  <c:v>500</c:v>
                </c:pt>
                <c:pt idx="287">
                  <c:v>395</c:v>
                </c:pt>
                <c:pt idx="288">
                  <c:v>380</c:v>
                </c:pt>
                <c:pt idx="289">
                  <c:v>345</c:v>
                </c:pt>
                <c:pt idx="290">
                  <c:v>470</c:v>
                </c:pt>
                <c:pt idx="291">
                  <c:v>395</c:v>
                </c:pt>
                <c:pt idx="292">
                  <c:v>410</c:v>
                </c:pt>
                <c:pt idx="293">
                  <c:v>330</c:v>
                </c:pt>
                <c:pt idx="294">
                  <c:v>330</c:v>
                </c:pt>
                <c:pt idx="295">
                  <c:v>370</c:v>
                </c:pt>
                <c:pt idx="296">
                  <c:v>315</c:v>
                </c:pt>
                <c:pt idx="297">
                  <c:v>495</c:v>
                </c:pt>
                <c:pt idx="298">
                  <c:v>385</c:v>
                </c:pt>
                <c:pt idx="299">
                  <c:v>495</c:v>
                </c:pt>
                <c:pt idx="300">
                  <c:v>310</c:v>
                </c:pt>
                <c:pt idx="301">
                  <c:v>465</c:v>
                </c:pt>
                <c:pt idx="302">
                  <c:v>455</c:v>
                </c:pt>
                <c:pt idx="303">
                  <c:v>610</c:v>
                </c:pt>
                <c:pt idx="304">
                  <c:v>390</c:v>
                </c:pt>
                <c:pt idx="305">
                  <c:v>530</c:v>
                </c:pt>
                <c:pt idx="306">
                  <c:v>435</c:v>
                </c:pt>
                <c:pt idx="307">
                  <c:v>255</c:v>
                </c:pt>
                <c:pt idx="308">
                  <c:v>165</c:v>
                </c:pt>
                <c:pt idx="309">
                  <c:v>465</c:v>
                </c:pt>
                <c:pt idx="310">
                  <c:v>335</c:v>
                </c:pt>
                <c:pt idx="311">
                  <c:v>400</c:v>
                </c:pt>
                <c:pt idx="312">
                  <c:v>480</c:v>
                </c:pt>
                <c:pt idx="313">
                  <c:v>465</c:v>
                </c:pt>
                <c:pt idx="314">
                  <c:v>520</c:v>
                </c:pt>
                <c:pt idx="315">
                  <c:v>270</c:v>
                </c:pt>
                <c:pt idx="316">
                  <c:v>265</c:v>
                </c:pt>
                <c:pt idx="317">
                  <c:v>335</c:v>
                </c:pt>
                <c:pt idx="318">
                  <c:v>555</c:v>
                </c:pt>
                <c:pt idx="319">
                  <c:v>350</c:v>
                </c:pt>
                <c:pt idx="320">
                  <c:v>555</c:v>
                </c:pt>
                <c:pt idx="321">
                  <c:v>260</c:v>
                </c:pt>
                <c:pt idx="322">
                  <c:v>345</c:v>
                </c:pt>
                <c:pt idx="323">
                  <c:v>395</c:v>
                </c:pt>
                <c:pt idx="324">
                  <c:v>535</c:v>
                </c:pt>
                <c:pt idx="325">
                  <c:v>335</c:v>
                </c:pt>
                <c:pt idx="326">
                  <c:v>475</c:v>
                </c:pt>
                <c:pt idx="327">
                  <c:v>370</c:v>
                </c:pt>
                <c:pt idx="328">
                  <c:v>175</c:v>
                </c:pt>
                <c:pt idx="329">
                  <c:v>425</c:v>
                </c:pt>
                <c:pt idx="330">
                  <c:v>235</c:v>
                </c:pt>
                <c:pt idx="331">
                  <c:v>190</c:v>
                </c:pt>
                <c:pt idx="332">
                  <c:v>555</c:v>
                </c:pt>
                <c:pt idx="333">
                  <c:v>150</c:v>
                </c:pt>
                <c:pt idx="334">
                  <c:v>315</c:v>
                </c:pt>
                <c:pt idx="335">
                  <c:v>445</c:v>
                </c:pt>
                <c:pt idx="336">
                  <c:v>455</c:v>
                </c:pt>
                <c:pt idx="337">
                  <c:v>235</c:v>
                </c:pt>
                <c:pt idx="338">
                  <c:v>385</c:v>
                </c:pt>
                <c:pt idx="339">
                  <c:v>360</c:v>
                </c:pt>
                <c:pt idx="340">
                  <c:v>285</c:v>
                </c:pt>
                <c:pt idx="341">
                  <c:v>385</c:v>
                </c:pt>
                <c:pt idx="342">
                  <c:v>480</c:v>
                </c:pt>
                <c:pt idx="343">
                  <c:v>440</c:v>
                </c:pt>
                <c:pt idx="344">
                  <c:v>260</c:v>
                </c:pt>
                <c:pt idx="345">
                  <c:v>315</c:v>
                </c:pt>
                <c:pt idx="346">
                  <c:v>505</c:v>
                </c:pt>
                <c:pt idx="347">
                  <c:v>470</c:v>
                </c:pt>
                <c:pt idx="348">
                  <c:v>540</c:v>
                </c:pt>
                <c:pt idx="349">
                  <c:v>490</c:v>
                </c:pt>
                <c:pt idx="350">
                  <c:v>285</c:v>
                </c:pt>
                <c:pt idx="351">
                  <c:v>505</c:v>
                </c:pt>
                <c:pt idx="352">
                  <c:v>375</c:v>
                </c:pt>
                <c:pt idx="353">
                  <c:v>495</c:v>
                </c:pt>
                <c:pt idx="354">
                  <c:v>320</c:v>
                </c:pt>
                <c:pt idx="355">
                  <c:v>395</c:v>
                </c:pt>
                <c:pt idx="356">
                  <c:v>555</c:v>
                </c:pt>
                <c:pt idx="357">
                  <c:v>395</c:v>
                </c:pt>
                <c:pt idx="358">
                  <c:v>350</c:v>
                </c:pt>
                <c:pt idx="359">
                  <c:v>340</c:v>
                </c:pt>
                <c:pt idx="360">
                  <c:v>285</c:v>
                </c:pt>
                <c:pt idx="361">
                  <c:v>395</c:v>
                </c:pt>
                <c:pt idx="362">
                  <c:v>495</c:v>
                </c:pt>
                <c:pt idx="363">
                  <c:v>435</c:v>
                </c:pt>
                <c:pt idx="364">
                  <c:v>430</c:v>
                </c:pt>
                <c:pt idx="365">
                  <c:v>295</c:v>
                </c:pt>
                <c:pt idx="366">
                  <c:v>450</c:v>
                </c:pt>
                <c:pt idx="367">
                  <c:v>475</c:v>
                </c:pt>
                <c:pt idx="368">
                  <c:v>400</c:v>
                </c:pt>
                <c:pt idx="369">
                  <c:v>455</c:v>
                </c:pt>
                <c:pt idx="370">
                  <c:v>170</c:v>
                </c:pt>
                <c:pt idx="371">
                  <c:v>385</c:v>
                </c:pt>
                <c:pt idx="372">
                  <c:v>400</c:v>
                </c:pt>
                <c:pt idx="373">
                  <c:v>400</c:v>
                </c:pt>
                <c:pt idx="374">
                  <c:v>320</c:v>
                </c:pt>
                <c:pt idx="375">
                  <c:v>305</c:v>
                </c:pt>
                <c:pt idx="376">
                  <c:v>385</c:v>
                </c:pt>
                <c:pt idx="377">
                  <c:v>470</c:v>
                </c:pt>
                <c:pt idx="378">
                  <c:v>440</c:v>
                </c:pt>
                <c:pt idx="379">
                  <c:v>330</c:v>
                </c:pt>
                <c:pt idx="380">
                  <c:v>230</c:v>
                </c:pt>
                <c:pt idx="381">
                  <c:v>375</c:v>
                </c:pt>
                <c:pt idx="382">
                  <c:v>265</c:v>
                </c:pt>
                <c:pt idx="383">
                  <c:v>305</c:v>
                </c:pt>
                <c:pt idx="384">
                  <c:v>500</c:v>
                </c:pt>
                <c:pt idx="385">
                  <c:v>475</c:v>
                </c:pt>
                <c:pt idx="386">
                  <c:v>465</c:v>
                </c:pt>
                <c:pt idx="387">
                  <c:v>475</c:v>
                </c:pt>
                <c:pt idx="388">
                  <c:v>535</c:v>
                </c:pt>
                <c:pt idx="389">
                  <c:v>160</c:v>
                </c:pt>
                <c:pt idx="390">
                  <c:v>360</c:v>
                </c:pt>
                <c:pt idx="391">
                  <c:v>440</c:v>
                </c:pt>
                <c:pt idx="392">
                  <c:v>410</c:v>
                </c:pt>
                <c:pt idx="393">
                  <c:v>225</c:v>
                </c:pt>
                <c:pt idx="394">
                  <c:v>560</c:v>
                </c:pt>
                <c:pt idx="395">
                  <c:v>470</c:v>
                </c:pt>
                <c:pt idx="396">
                  <c:v>575</c:v>
                </c:pt>
                <c:pt idx="397">
                  <c:v>265</c:v>
                </c:pt>
                <c:pt idx="398">
                  <c:v>525</c:v>
                </c:pt>
                <c:pt idx="399">
                  <c:v>530</c:v>
                </c:pt>
                <c:pt idx="400">
                  <c:v>475</c:v>
                </c:pt>
                <c:pt idx="401">
                  <c:v>165</c:v>
                </c:pt>
                <c:pt idx="402">
                  <c:v>525</c:v>
                </c:pt>
                <c:pt idx="403">
                  <c:v>425</c:v>
                </c:pt>
                <c:pt idx="404">
                  <c:v>435</c:v>
                </c:pt>
                <c:pt idx="405">
                  <c:v>230</c:v>
                </c:pt>
                <c:pt idx="406">
                  <c:v>480</c:v>
                </c:pt>
                <c:pt idx="407">
                  <c:v>485</c:v>
                </c:pt>
                <c:pt idx="408">
                  <c:v>290</c:v>
                </c:pt>
                <c:pt idx="409">
                  <c:v>505</c:v>
                </c:pt>
                <c:pt idx="410">
                  <c:v>480</c:v>
                </c:pt>
                <c:pt idx="411">
                  <c:v>350</c:v>
                </c:pt>
                <c:pt idx="412">
                  <c:v>390</c:v>
                </c:pt>
                <c:pt idx="413">
                  <c:v>400</c:v>
                </c:pt>
                <c:pt idx="414">
                  <c:v>335</c:v>
                </c:pt>
                <c:pt idx="415">
                  <c:v>395</c:v>
                </c:pt>
                <c:pt idx="416">
                  <c:v>420</c:v>
                </c:pt>
                <c:pt idx="417">
                  <c:v>360</c:v>
                </c:pt>
                <c:pt idx="418">
                  <c:v>480</c:v>
                </c:pt>
                <c:pt idx="419">
                  <c:v>400</c:v>
                </c:pt>
                <c:pt idx="420">
                  <c:v>470</c:v>
                </c:pt>
                <c:pt idx="421">
                  <c:v>360</c:v>
                </c:pt>
                <c:pt idx="422">
                  <c:v>115</c:v>
                </c:pt>
                <c:pt idx="423">
                  <c:v>375</c:v>
                </c:pt>
                <c:pt idx="424">
                  <c:v>350</c:v>
                </c:pt>
                <c:pt idx="425">
                  <c:v>190</c:v>
                </c:pt>
                <c:pt idx="426">
                  <c:v>410</c:v>
                </c:pt>
                <c:pt idx="427">
                  <c:v>125</c:v>
                </c:pt>
                <c:pt idx="428">
                  <c:v>345</c:v>
                </c:pt>
                <c:pt idx="429">
                  <c:v>470</c:v>
                </c:pt>
                <c:pt idx="430">
                  <c:v>490</c:v>
                </c:pt>
                <c:pt idx="431">
                  <c:v>405</c:v>
                </c:pt>
                <c:pt idx="432">
                  <c:v>315</c:v>
                </c:pt>
                <c:pt idx="433">
                  <c:v>390</c:v>
                </c:pt>
                <c:pt idx="434">
                  <c:v>420</c:v>
                </c:pt>
                <c:pt idx="435">
                  <c:v>160</c:v>
                </c:pt>
                <c:pt idx="436">
                  <c:v>485</c:v>
                </c:pt>
                <c:pt idx="437">
                  <c:v>455</c:v>
                </c:pt>
                <c:pt idx="438">
                  <c:v>135</c:v>
                </c:pt>
                <c:pt idx="439">
                  <c:v>320</c:v>
                </c:pt>
                <c:pt idx="440">
                  <c:v>380</c:v>
                </c:pt>
                <c:pt idx="441">
                  <c:v>440</c:v>
                </c:pt>
                <c:pt idx="442">
                  <c:v>305</c:v>
                </c:pt>
                <c:pt idx="443">
                  <c:v>530</c:v>
                </c:pt>
                <c:pt idx="444">
                  <c:v>525</c:v>
                </c:pt>
                <c:pt idx="445">
                  <c:v>345</c:v>
                </c:pt>
                <c:pt idx="446">
                  <c:v>325</c:v>
                </c:pt>
                <c:pt idx="447">
                  <c:v>340</c:v>
                </c:pt>
                <c:pt idx="448">
                  <c:v>275</c:v>
                </c:pt>
                <c:pt idx="449">
                  <c:v>495</c:v>
                </c:pt>
                <c:pt idx="450">
                  <c:v>105</c:v>
                </c:pt>
                <c:pt idx="451">
                  <c:v>395</c:v>
                </c:pt>
                <c:pt idx="452">
                  <c:v>205</c:v>
                </c:pt>
                <c:pt idx="453">
                  <c:v>465</c:v>
                </c:pt>
                <c:pt idx="454">
                  <c:v>485</c:v>
                </c:pt>
                <c:pt idx="455">
                  <c:v>415</c:v>
                </c:pt>
                <c:pt idx="456">
                  <c:v>590</c:v>
                </c:pt>
                <c:pt idx="457">
                  <c:v>385</c:v>
                </c:pt>
                <c:pt idx="458">
                  <c:v>635</c:v>
                </c:pt>
                <c:pt idx="459">
                  <c:v>295</c:v>
                </c:pt>
                <c:pt idx="460">
                  <c:v>435</c:v>
                </c:pt>
                <c:pt idx="461">
                  <c:v>460</c:v>
                </c:pt>
                <c:pt idx="462">
                  <c:v>545</c:v>
                </c:pt>
                <c:pt idx="463">
                  <c:v>285</c:v>
                </c:pt>
                <c:pt idx="464">
                  <c:v>460</c:v>
                </c:pt>
                <c:pt idx="465">
                  <c:v>320</c:v>
                </c:pt>
                <c:pt idx="466">
                  <c:v>475</c:v>
                </c:pt>
                <c:pt idx="467">
                  <c:v>470</c:v>
                </c:pt>
                <c:pt idx="468">
                  <c:v>345</c:v>
                </c:pt>
                <c:pt idx="469">
                  <c:v>310</c:v>
                </c:pt>
                <c:pt idx="470">
                  <c:v>345</c:v>
                </c:pt>
                <c:pt idx="471">
                  <c:v>455</c:v>
                </c:pt>
                <c:pt idx="472">
                  <c:v>285</c:v>
                </c:pt>
                <c:pt idx="473">
                  <c:v>450</c:v>
                </c:pt>
                <c:pt idx="474">
                  <c:v>355</c:v>
                </c:pt>
                <c:pt idx="475">
                  <c:v>380</c:v>
                </c:pt>
                <c:pt idx="476">
                  <c:v>510</c:v>
                </c:pt>
                <c:pt idx="477">
                  <c:v>285</c:v>
                </c:pt>
                <c:pt idx="478">
                  <c:v>465</c:v>
                </c:pt>
                <c:pt idx="479">
                  <c:v>260</c:v>
                </c:pt>
                <c:pt idx="480">
                  <c:v>395</c:v>
                </c:pt>
                <c:pt idx="481">
                  <c:v>170</c:v>
                </c:pt>
                <c:pt idx="482">
                  <c:v>335</c:v>
                </c:pt>
                <c:pt idx="483">
                  <c:v>365</c:v>
                </c:pt>
                <c:pt idx="484">
                  <c:v>345</c:v>
                </c:pt>
                <c:pt idx="485">
                  <c:v>330</c:v>
                </c:pt>
                <c:pt idx="486">
                  <c:v>370</c:v>
                </c:pt>
                <c:pt idx="487">
                  <c:v>180</c:v>
                </c:pt>
                <c:pt idx="488">
                  <c:v>365</c:v>
                </c:pt>
                <c:pt idx="489">
                  <c:v>455</c:v>
                </c:pt>
                <c:pt idx="490">
                  <c:v>320</c:v>
                </c:pt>
                <c:pt idx="491">
                  <c:v>205</c:v>
                </c:pt>
                <c:pt idx="492">
                  <c:v>140</c:v>
                </c:pt>
                <c:pt idx="493">
                  <c:v>515</c:v>
                </c:pt>
                <c:pt idx="494">
                  <c:v>655</c:v>
                </c:pt>
                <c:pt idx="495">
                  <c:v>465</c:v>
                </c:pt>
                <c:pt idx="496">
                  <c:v>380</c:v>
                </c:pt>
                <c:pt idx="497">
                  <c:v>290</c:v>
                </c:pt>
                <c:pt idx="498">
                  <c:v>200</c:v>
                </c:pt>
                <c:pt idx="499">
                  <c:v>340</c:v>
                </c:pt>
                <c:pt idx="500">
                  <c:v>275</c:v>
                </c:pt>
                <c:pt idx="501">
                  <c:v>495</c:v>
                </c:pt>
                <c:pt idx="502">
                  <c:v>305</c:v>
                </c:pt>
                <c:pt idx="503">
                  <c:v>420</c:v>
                </c:pt>
                <c:pt idx="504">
                  <c:v>425</c:v>
                </c:pt>
                <c:pt idx="505">
                  <c:v>530</c:v>
                </c:pt>
                <c:pt idx="506">
                  <c:v>360</c:v>
                </c:pt>
                <c:pt idx="507">
                  <c:v>335</c:v>
                </c:pt>
                <c:pt idx="508">
                  <c:v>400</c:v>
                </c:pt>
                <c:pt idx="509">
                  <c:v>500</c:v>
                </c:pt>
                <c:pt idx="510">
                  <c:v>335</c:v>
                </c:pt>
                <c:pt idx="511">
                  <c:v>85</c:v>
                </c:pt>
                <c:pt idx="512">
                  <c:v>340</c:v>
                </c:pt>
                <c:pt idx="513">
                  <c:v>530</c:v>
                </c:pt>
                <c:pt idx="514">
                  <c:v>470</c:v>
                </c:pt>
                <c:pt idx="515">
                  <c:v>360</c:v>
                </c:pt>
                <c:pt idx="516">
                  <c:v>250</c:v>
                </c:pt>
                <c:pt idx="517">
                  <c:v>335</c:v>
                </c:pt>
                <c:pt idx="518">
                  <c:v>95</c:v>
                </c:pt>
                <c:pt idx="519">
                  <c:v>165</c:v>
                </c:pt>
                <c:pt idx="520">
                  <c:v>345</c:v>
                </c:pt>
                <c:pt idx="521">
                  <c:v>450</c:v>
                </c:pt>
                <c:pt idx="522">
                  <c:v>170</c:v>
                </c:pt>
                <c:pt idx="523">
                  <c:v>260</c:v>
                </c:pt>
                <c:pt idx="524">
                  <c:v>665</c:v>
                </c:pt>
                <c:pt idx="525">
                  <c:v>260</c:v>
                </c:pt>
                <c:pt idx="526">
                  <c:v>450</c:v>
                </c:pt>
                <c:pt idx="527">
                  <c:v>420</c:v>
                </c:pt>
                <c:pt idx="528">
                  <c:v>495</c:v>
                </c:pt>
                <c:pt idx="529">
                  <c:v>340</c:v>
                </c:pt>
                <c:pt idx="530">
                  <c:v>355</c:v>
                </c:pt>
                <c:pt idx="531">
                  <c:v>450</c:v>
                </c:pt>
                <c:pt idx="532">
                  <c:v>520</c:v>
                </c:pt>
                <c:pt idx="533">
                  <c:v>500</c:v>
                </c:pt>
                <c:pt idx="534">
                  <c:v>460</c:v>
                </c:pt>
                <c:pt idx="535">
                  <c:v>380</c:v>
                </c:pt>
                <c:pt idx="536">
                  <c:v>360</c:v>
                </c:pt>
                <c:pt idx="537">
                  <c:v>490</c:v>
                </c:pt>
                <c:pt idx="538">
                  <c:v>450</c:v>
                </c:pt>
                <c:pt idx="539">
                  <c:v>550</c:v>
                </c:pt>
                <c:pt idx="540">
                  <c:v>405</c:v>
                </c:pt>
                <c:pt idx="541">
                  <c:v>550</c:v>
                </c:pt>
                <c:pt idx="542">
                  <c:v>385</c:v>
                </c:pt>
                <c:pt idx="543">
                  <c:v>640</c:v>
                </c:pt>
                <c:pt idx="544">
                  <c:v>465</c:v>
                </c:pt>
                <c:pt idx="545">
                  <c:v>475</c:v>
                </c:pt>
                <c:pt idx="546">
                  <c:v>485</c:v>
                </c:pt>
                <c:pt idx="547">
                  <c:v>290</c:v>
                </c:pt>
                <c:pt idx="548">
                  <c:v>350</c:v>
                </c:pt>
                <c:pt idx="549">
                  <c:v>455</c:v>
                </c:pt>
                <c:pt idx="550">
                  <c:v>385</c:v>
                </c:pt>
                <c:pt idx="551">
                  <c:v>395</c:v>
                </c:pt>
                <c:pt idx="552">
                  <c:v>380</c:v>
                </c:pt>
                <c:pt idx="553">
                  <c:v>310</c:v>
                </c:pt>
                <c:pt idx="554">
                  <c:v>285</c:v>
                </c:pt>
                <c:pt idx="555">
                  <c:v>155</c:v>
                </c:pt>
                <c:pt idx="556">
                  <c:v>295</c:v>
                </c:pt>
                <c:pt idx="557">
                  <c:v>380</c:v>
                </c:pt>
                <c:pt idx="558">
                  <c:v>320</c:v>
                </c:pt>
                <c:pt idx="559">
                  <c:v>375</c:v>
                </c:pt>
                <c:pt idx="560">
                  <c:v>495</c:v>
                </c:pt>
                <c:pt idx="561">
                  <c:v>500</c:v>
                </c:pt>
                <c:pt idx="562">
                  <c:v>390</c:v>
                </c:pt>
                <c:pt idx="563">
                  <c:v>265</c:v>
                </c:pt>
                <c:pt idx="564">
                  <c:v>415</c:v>
                </c:pt>
                <c:pt idx="565">
                  <c:v>170</c:v>
                </c:pt>
                <c:pt idx="566">
                  <c:v>135</c:v>
                </c:pt>
                <c:pt idx="567">
                  <c:v>520</c:v>
                </c:pt>
                <c:pt idx="568">
                  <c:v>420</c:v>
                </c:pt>
                <c:pt idx="569">
                  <c:v>370</c:v>
                </c:pt>
                <c:pt idx="570">
                  <c:v>315</c:v>
                </c:pt>
                <c:pt idx="571">
                  <c:v>420</c:v>
                </c:pt>
                <c:pt idx="572">
                  <c:v>445</c:v>
                </c:pt>
                <c:pt idx="573">
                  <c:v>280</c:v>
                </c:pt>
                <c:pt idx="574">
                  <c:v>300</c:v>
                </c:pt>
                <c:pt idx="575">
                  <c:v>440</c:v>
                </c:pt>
                <c:pt idx="576">
                  <c:v>95</c:v>
                </c:pt>
                <c:pt idx="577">
                  <c:v>450</c:v>
                </c:pt>
                <c:pt idx="578">
                  <c:v>310</c:v>
                </c:pt>
                <c:pt idx="579">
                  <c:v>430</c:v>
                </c:pt>
                <c:pt idx="580">
                  <c:v>555</c:v>
                </c:pt>
                <c:pt idx="581">
                  <c:v>295</c:v>
                </c:pt>
                <c:pt idx="582">
                  <c:v>530</c:v>
                </c:pt>
                <c:pt idx="583">
                  <c:v>170</c:v>
                </c:pt>
                <c:pt idx="584">
                  <c:v>260</c:v>
                </c:pt>
                <c:pt idx="585">
                  <c:v>225</c:v>
                </c:pt>
                <c:pt idx="586">
                  <c:v>410</c:v>
                </c:pt>
                <c:pt idx="587">
                  <c:v>565</c:v>
                </c:pt>
                <c:pt idx="588">
                  <c:v>365</c:v>
                </c:pt>
                <c:pt idx="589">
                  <c:v>265</c:v>
                </c:pt>
                <c:pt idx="590">
                  <c:v>380</c:v>
                </c:pt>
                <c:pt idx="591">
                  <c:v>505</c:v>
                </c:pt>
                <c:pt idx="592">
                  <c:v>365</c:v>
                </c:pt>
                <c:pt idx="593">
                  <c:v>485</c:v>
                </c:pt>
                <c:pt idx="594">
                  <c:v>265</c:v>
                </c:pt>
                <c:pt idx="595">
                  <c:v>350</c:v>
                </c:pt>
                <c:pt idx="596">
                  <c:v>330</c:v>
                </c:pt>
                <c:pt idx="597">
                  <c:v>515</c:v>
                </c:pt>
                <c:pt idx="598">
                  <c:v>500</c:v>
                </c:pt>
                <c:pt idx="599">
                  <c:v>510</c:v>
                </c:pt>
                <c:pt idx="600">
                  <c:v>370</c:v>
                </c:pt>
                <c:pt idx="601">
                  <c:v>350</c:v>
                </c:pt>
                <c:pt idx="602">
                  <c:v>395</c:v>
                </c:pt>
                <c:pt idx="603">
                  <c:v>100</c:v>
                </c:pt>
                <c:pt idx="604">
                  <c:v>245</c:v>
                </c:pt>
                <c:pt idx="605">
                  <c:v>350</c:v>
                </c:pt>
                <c:pt idx="606">
                  <c:v>570</c:v>
                </c:pt>
                <c:pt idx="607">
                  <c:v>470</c:v>
                </c:pt>
                <c:pt idx="608">
                  <c:v>380</c:v>
                </c:pt>
                <c:pt idx="609">
                  <c:v>475</c:v>
                </c:pt>
                <c:pt idx="610">
                  <c:v>460</c:v>
                </c:pt>
                <c:pt idx="611">
                  <c:v>415</c:v>
                </c:pt>
                <c:pt idx="612">
                  <c:v>530</c:v>
                </c:pt>
                <c:pt idx="613">
                  <c:v>285</c:v>
                </c:pt>
                <c:pt idx="614">
                  <c:v>360</c:v>
                </c:pt>
                <c:pt idx="615">
                  <c:v>555</c:v>
                </c:pt>
                <c:pt idx="616">
                  <c:v>435</c:v>
                </c:pt>
                <c:pt idx="617">
                  <c:v>470</c:v>
                </c:pt>
                <c:pt idx="618">
                  <c:v>420</c:v>
                </c:pt>
                <c:pt idx="619">
                  <c:v>490</c:v>
                </c:pt>
                <c:pt idx="620">
                  <c:v>580</c:v>
                </c:pt>
                <c:pt idx="621">
                  <c:v>345</c:v>
                </c:pt>
                <c:pt idx="622">
                  <c:v>285</c:v>
                </c:pt>
                <c:pt idx="623">
                  <c:v>440</c:v>
                </c:pt>
                <c:pt idx="624">
                  <c:v>395</c:v>
                </c:pt>
                <c:pt idx="625">
                  <c:v>440</c:v>
                </c:pt>
                <c:pt idx="626">
                  <c:v>435</c:v>
                </c:pt>
                <c:pt idx="627">
                  <c:v>240</c:v>
                </c:pt>
                <c:pt idx="628">
                  <c:v>490</c:v>
                </c:pt>
                <c:pt idx="629">
                  <c:v>350</c:v>
                </c:pt>
                <c:pt idx="630">
                  <c:v>375</c:v>
                </c:pt>
                <c:pt idx="631">
                  <c:v>480</c:v>
                </c:pt>
                <c:pt idx="632">
                  <c:v>490</c:v>
                </c:pt>
                <c:pt idx="633">
                  <c:v>525</c:v>
                </c:pt>
                <c:pt idx="634">
                  <c:v>290</c:v>
                </c:pt>
                <c:pt idx="635">
                  <c:v>310</c:v>
                </c:pt>
                <c:pt idx="636">
                  <c:v>295</c:v>
                </c:pt>
                <c:pt idx="637">
                  <c:v>395</c:v>
                </c:pt>
                <c:pt idx="638">
                  <c:v>450</c:v>
                </c:pt>
                <c:pt idx="639">
                  <c:v>255</c:v>
                </c:pt>
                <c:pt idx="640">
                  <c:v>425</c:v>
                </c:pt>
                <c:pt idx="641">
                  <c:v>515</c:v>
                </c:pt>
                <c:pt idx="642">
                  <c:v>435</c:v>
                </c:pt>
                <c:pt idx="643">
                  <c:v>470</c:v>
                </c:pt>
                <c:pt idx="644">
                  <c:v>440</c:v>
                </c:pt>
                <c:pt idx="645">
                  <c:v>420</c:v>
                </c:pt>
                <c:pt idx="646">
                  <c:v>570</c:v>
                </c:pt>
                <c:pt idx="647">
                  <c:v>365</c:v>
                </c:pt>
                <c:pt idx="648">
                  <c:v>160</c:v>
                </c:pt>
                <c:pt idx="649">
                  <c:v>450</c:v>
                </c:pt>
                <c:pt idx="650">
                  <c:v>275</c:v>
                </c:pt>
                <c:pt idx="651">
                  <c:v>225</c:v>
                </c:pt>
                <c:pt idx="652">
                  <c:v>525</c:v>
                </c:pt>
                <c:pt idx="653">
                  <c:v>365</c:v>
                </c:pt>
                <c:pt idx="654">
                  <c:v>305</c:v>
                </c:pt>
                <c:pt idx="655">
                  <c:v>300</c:v>
                </c:pt>
                <c:pt idx="656">
                  <c:v>320</c:v>
                </c:pt>
                <c:pt idx="657">
                  <c:v>345</c:v>
                </c:pt>
                <c:pt idx="658">
                  <c:v>290</c:v>
                </c:pt>
                <c:pt idx="659">
                  <c:v>530</c:v>
                </c:pt>
                <c:pt idx="660">
                  <c:v>425</c:v>
                </c:pt>
                <c:pt idx="661">
                  <c:v>490</c:v>
                </c:pt>
                <c:pt idx="662">
                  <c:v>640</c:v>
                </c:pt>
                <c:pt idx="663">
                  <c:v>540</c:v>
                </c:pt>
                <c:pt idx="664">
                  <c:v>460</c:v>
                </c:pt>
                <c:pt idx="665">
                  <c:v>430</c:v>
                </c:pt>
                <c:pt idx="666">
                  <c:v>465</c:v>
                </c:pt>
                <c:pt idx="667">
                  <c:v>105</c:v>
                </c:pt>
                <c:pt idx="668">
                  <c:v>540</c:v>
                </c:pt>
                <c:pt idx="669">
                  <c:v>160</c:v>
                </c:pt>
                <c:pt idx="670">
                  <c:v>485</c:v>
                </c:pt>
                <c:pt idx="671">
                  <c:v>420</c:v>
                </c:pt>
                <c:pt idx="672">
                  <c:v>400</c:v>
                </c:pt>
                <c:pt idx="673">
                  <c:v>235</c:v>
                </c:pt>
                <c:pt idx="674">
                  <c:v>480</c:v>
                </c:pt>
                <c:pt idx="675">
                  <c:v>435</c:v>
                </c:pt>
                <c:pt idx="676">
                  <c:v>375</c:v>
                </c:pt>
                <c:pt idx="677">
                  <c:v>335</c:v>
                </c:pt>
                <c:pt idx="678">
                  <c:v>205</c:v>
                </c:pt>
                <c:pt idx="679">
                  <c:v>345</c:v>
                </c:pt>
                <c:pt idx="680">
                  <c:v>440</c:v>
                </c:pt>
                <c:pt idx="681">
                  <c:v>455</c:v>
                </c:pt>
                <c:pt idx="682">
                  <c:v>455</c:v>
                </c:pt>
                <c:pt idx="683">
                  <c:v>335</c:v>
                </c:pt>
                <c:pt idx="684">
                  <c:v>535</c:v>
                </c:pt>
                <c:pt idx="685">
                  <c:v>465</c:v>
                </c:pt>
                <c:pt idx="686">
                  <c:v>335</c:v>
                </c:pt>
                <c:pt idx="687">
                  <c:v>460</c:v>
                </c:pt>
                <c:pt idx="688">
                  <c:v>405</c:v>
                </c:pt>
                <c:pt idx="689">
                  <c:v>425</c:v>
                </c:pt>
                <c:pt idx="690">
                  <c:v>500</c:v>
                </c:pt>
                <c:pt idx="691">
                  <c:v>465</c:v>
                </c:pt>
                <c:pt idx="692">
                  <c:v>230</c:v>
                </c:pt>
                <c:pt idx="693">
                  <c:v>405</c:v>
                </c:pt>
                <c:pt idx="694">
                  <c:v>525</c:v>
                </c:pt>
                <c:pt idx="695">
                  <c:v>520</c:v>
                </c:pt>
                <c:pt idx="696">
                  <c:v>235</c:v>
                </c:pt>
                <c:pt idx="697">
                  <c:v>525</c:v>
                </c:pt>
                <c:pt idx="698">
                  <c:v>470</c:v>
                </c:pt>
                <c:pt idx="699">
                  <c:v>85</c:v>
                </c:pt>
                <c:pt idx="700">
                  <c:v>340</c:v>
                </c:pt>
                <c:pt idx="701">
                  <c:v>160</c:v>
                </c:pt>
                <c:pt idx="702">
                  <c:v>395</c:v>
                </c:pt>
                <c:pt idx="703">
                  <c:v>335</c:v>
                </c:pt>
                <c:pt idx="704">
                  <c:v>490</c:v>
                </c:pt>
                <c:pt idx="705">
                  <c:v>425</c:v>
                </c:pt>
                <c:pt idx="706">
                  <c:v>360</c:v>
                </c:pt>
                <c:pt idx="707">
                  <c:v>465</c:v>
                </c:pt>
                <c:pt idx="708">
                  <c:v>445</c:v>
                </c:pt>
                <c:pt idx="709">
                  <c:v>325</c:v>
                </c:pt>
                <c:pt idx="710">
                  <c:v>205</c:v>
                </c:pt>
                <c:pt idx="711">
                  <c:v>525</c:v>
                </c:pt>
                <c:pt idx="712">
                  <c:v>350</c:v>
                </c:pt>
                <c:pt idx="713">
                  <c:v>490</c:v>
                </c:pt>
                <c:pt idx="714">
                  <c:v>460</c:v>
                </c:pt>
                <c:pt idx="715">
                  <c:v>100</c:v>
                </c:pt>
                <c:pt idx="716">
                  <c:v>355</c:v>
                </c:pt>
                <c:pt idx="717">
                  <c:v>390</c:v>
                </c:pt>
                <c:pt idx="718">
                  <c:v>350</c:v>
                </c:pt>
                <c:pt idx="719">
                  <c:v>305</c:v>
                </c:pt>
                <c:pt idx="720">
                  <c:v>350</c:v>
                </c:pt>
                <c:pt idx="721">
                  <c:v>540</c:v>
                </c:pt>
                <c:pt idx="722">
                  <c:v>385</c:v>
                </c:pt>
                <c:pt idx="723">
                  <c:v>495</c:v>
                </c:pt>
                <c:pt idx="724">
                  <c:v>465</c:v>
                </c:pt>
                <c:pt idx="725">
                  <c:v>235</c:v>
                </c:pt>
                <c:pt idx="726">
                  <c:v>370</c:v>
                </c:pt>
                <c:pt idx="727">
                  <c:v>375</c:v>
                </c:pt>
                <c:pt idx="728">
                  <c:v>455</c:v>
                </c:pt>
                <c:pt idx="729">
                  <c:v>205</c:v>
                </c:pt>
                <c:pt idx="730">
                  <c:v>455</c:v>
                </c:pt>
                <c:pt idx="731">
                  <c:v>330</c:v>
                </c:pt>
                <c:pt idx="732">
                  <c:v>585</c:v>
                </c:pt>
                <c:pt idx="733">
                  <c:v>390</c:v>
                </c:pt>
                <c:pt idx="734">
                  <c:v>255</c:v>
                </c:pt>
                <c:pt idx="735">
                  <c:v>370</c:v>
                </c:pt>
                <c:pt idx="736">
                  <c:v>410</c:v>
                </c:pt>
                <c:pt idx="737">
                  <c:v>480</c:v>
                </c:pt>
                <c:pt idx="738">
                  <c:v>325</c:v>
                </c:pt>
                <c:pt idx="739">
                  <c:v>470</c:v>
                </c:pt>
                <c:pt idx="740">
                  <c:v>340</c:v>
                </c:pt>
                <c:pt idx="741">
                  <c:v>270</c:v>
                </c:pt>
                <c:pt idx="742">
                  <c:v>400</c:v>
                </c:pt>
                <c:pt idx="743">
                  <c:v>225</c:v>
                </c:pt>
                <c:pt idx="744">
                  <c:v>360</c:v>
                </c:pt>
                <c:pt idx="745">
                  <c:v>350</c:v>
                </c:pt>
                <c:pt idx="746">
                  <c:v>120</c:v>
                </c:pt>
                <c:pt idx="747">
                  <c:v>510</c:v>
                </c:pt>
                <c:pt idx="748">
                  <c:v>350</c:v>
                </c:pt>
                <c:pt idx="749">
                  <c:v>145</c:v>
                </c:pt>
                <c:pt idx="750">
                  <c:v>385</c:v>
                </c:pt>
                <c:pt idx="751">
                  <c:v>265</c:v>
                </c:pt>
                <c:pt idx="752">
                  <c:v>475</c:v>
                </c:pt>
                <c:pt idx="753">
                  <c:v>305</c:v>
                </c:pt>
                <c:pt idx="754">
                  <c:v>305</c:v>
                </c:pt>
                <c:pt idx="755">
                  <c:v>430</c:v>
                </c:pt>
                <c:pt idx="756">
                  <c:v>365</c:v>
                </c:pt>
                <c:pt idx="757">
                  <c:v>685</c:v>
                </c:pt>
                <c:pt idx="758">
                  <c:v>415</c:v>
                </c:pt>
                <c:pt idx="759">
                  <c:v>365</c:v>
                </c:pt>
                <c:pt idx="760">
                  <c:v>230</c:v>
                </c:pt>
                <c:pt idx="761">
                  <c:v>335</c:v>
                </c:pt>
                <c:pt idx="762">
                  <c:v>230</c:v>
                </c:pt>
                <c:pt idx="763">
                  <c:v>455</c:v>
                </c:pt>
                <c:pt idx="764">
                  <c:v>370</c:v>
                </c:pt>
                <c:pt idx="765">
                  <c:v>245</c:v>
                </c:pt>
                <c:pt idx="766">
                  <c:v>500</c:v>
                </c:pt>
                <c:pt idx="767">
                  <c:v>455</c:v>
                </c:pt>
                <c:pt idx="768">
                  <c:v>515</c:v>
                </c:pt>
                <c:pt idx="769">
                  <c:v>525</c:v>
                </c:pt>
                <c:pt idx="770">
                  <c:v>280</c:v>
                </c:pt>
                <c:pt idx="771">
                  <c:v>340</c:v>
                </c:pt>
                <c:pt idx="772">
                  <c:v>350</c:v>
                </c:pt>
                <c:pt idx="773">
                  <c:v>290</c:v>
                </c:pt>
                <c:pt idx="774">
                  <c:v>350</c:v>
                </c:pt>
                <c:pt idx="775">
                  <c:v>305</c:v>
                </c:pt>
                <c:pt idx="776">
                  <c:v>310</c:v>
                </c:pt>
                <c:pt idx="777">
                  <c:v>340</c:v>
                </c:pt>
                <c:pt idx="778">
                  <c:v>600</c:v>
                </c:pt>
                <c:pt idx="779">
                  <c:v>270</c:v>
                </c:pt>
                <c:pt idx="780">
                  <c:v>270</c:v>
                </c:pt>
                <c:pt idx="781">
                  <c:v>420</c:v>
                </c:pt>
                <c:pt idx="782">
                  <c:v>235</c:v>
                </c:pt>
                <c:pt idx="783">
                  <c:v>355</c:v>
                </c:pt>
                <c:pt idx="784">
                  <c:v>310</c:v>
                </c:pt>
                <c:pt idx="785">
                  <c:v>380</c:v>
                </c:pt>
                <c:pt idx="786">
                  <c:v>425</c:v>
                </c:pt>
                <c:pt idx="787">
                  <c:v>355</c:v>
                </c:pt>
                <c:pt idx="788">
                  <c:v>410</c:v>
                </c:pt>
                <c:pt idx="789">
                  <c:v>485</c:v>
                </c:pt>
                <c:pt idx="790">
                  <c:v>355</c:v>
                </c:pt>
                <c:pt idx="791">
                  <c:v>310</c:v>
                </c:pt>
                <c:pt idx="792">
                  <c:v>470</c:v>
                </c:pt>
                <c:pt idx="793">
                  <c:v>350</c:v>
                </c:pt>
                <c:pt idx="794">
                  <c:v>465</c:v>
                </c:pt>
                <c:pt idx="795">
                  <c:v>420</c:v>
                </c:pt>
                <c:pt idx="796">
                  <c:v>500</c:v>
                </c:pt>
                <c:pt idx="797">
                  <c:v>385</c:v>
                </c:pt>
                <c:pt idx="798">
                  <c:v>310</c:v>
                </c:pt>
                <c:pt idx="799">
                  <c:v>440</c:v>
                </c:pt>
                <c:pt idx="800">
                  <c:v>475</c:v>
                </c:pt>
                <c:pt idx="801">
                  <c:v>515</c:v>
                </c:pt>
                <c:pt idx="802">
                  <c:v>315</c:v>
                </c:pt>
                <c:pt idx="803">
                  <c:v>250</c:v>
                </c:pt>
                <c:pt idx="804">
                  <c:v>435</c:v>
                </c:pt>
                <c:pt idx="805">
                  <c:v>260</c:v>
                </c:pt>
                <c:pt idx="806">
                  <c:v>340</c:v>
                </c:pt>
                <c:pt idx="807">
                  <c:v>85</c:v>
                </c:pt>
                <c:pt idx="808">
                  <c:v>295</c:v>
                </c:pt>
                <c:pt idx="809">
                  <c:v>455</c:v>
                </c:pt>
                <c:pt idx="810">
                  <c:v>430</c:v>
                </c:pt>
                <c:pt idx="811">
                  <c:v>420</c:v>
                </c:pt>
                <c:pt idx="812">
                  <c:v>385</c:v>
                </c:pt>
                <c:pt idx="813">
                  <c:v>515</c:v>
                </c:pt>
                <c:pt idx="814">
                  <c:v>265</c:v>
                </c:pt>
                <c:pt idx="815">
                  <c:v>410</c:v>
                </c:pt>
                <c:pt idx="816">
                  <c:v>520</c:v>
                </c:pt>
                <c:pt idx="817">
                  <c:v>460</c:v>
                </c:pt>
                <c:pt idx="818">
                  <c:v>85</c:v>
                </c:pt>
                <c:pt idx="819">
                  <c:v>540</c:v>
                </c:pt>
                <c:pt idx="820">
                  <c:v>460</c:v>
                </c:pt>
                <c:pt idx="821">
                  <c:v>500</c:v>
                </c:pt>
                <c:pt idx="822">
                  <c:v>590</c:v>
                </c:pt>
                <c:pt idx="823">
                  <c:v>375</c:v>
                </c:pt>
                <c:pt idx="824">
                  <c:v>245</c:v>
                </c:pt>
                <c:pt idx="825">
                  <c:v>285</c:v>
                </c:pt>
                <c:pt idx="826">
                  <c:v>290</c:v>
                </c:pt>
                <c:pt idx="827">
                  <c:v>450</c:v>
                </c:pt>
                <c:pt idx="828">
                  <c:v>445</c:v>
                </c:pt>
                <c:pt idx="829">
                  <c:v>485</c:v>
                </c:pt>
                <c:pt idx="830">
                  <c:v>150</c:v>
                </c:pt>
                <c:pt idx="831">
                  <c:v>465</c:v>
                </c:pt>
                <c:pt idx="832">
                  <c:v>280</c:v>
                </c:pt>
                <c:pt idx="833">
                  <c:v>245</c:v>
                </c:pt>
                <c:pt idx="834">
                  <c:v>340</c:v>
                </c:pt>
                <c:pt idx="835">
                  <c:v>390</c:v>
                </c:pt>
                <c:pt idx="836">
                  <c:v>480</c:v>
                </c:pt>
                <c:pt idx="837">
                  <c:v>505</c:v>
                </c:pt>
                <c:pt idx="838">
                  <c:v>330</c:v>
                </c:pt>
                <c:pt idx="839">
                  <c:v>270</c:v>
                </c:pt>
                <c:pt idx="840">
                  <c:v>395</c:v>
                </c:pt>
                <c:pt idx="841">
                  <c:v>535</c:v>
                </c:pt>
                <c:pt idx="842">
                  <c:v>265</c:v>
                </c:pt>
                <c:pt idx="843">
                  <c:v>380</c:v>
                </c:pt>
                <c:pt idx="844">
                  <c:v>360</c:v>
                </c:pt>
                <c:pt idx="845">
                  <c:v>395</c:v>
                </c:pt>
                <c:pt idx="846">
                  <c:v>455</c:v>
                </c:pt>
                <c:pt idx="847">
                  <c:v>460</c:v>
                </c:pt>
                <c:pt idx="848">
                  <c:v>360</c:v>
                </c:pt>
                <c:pt idx="849">
                  <c:v>420</c:v>
                </c:pt>
                <c:pt idx="850">
                  <c:v>85</c:v>
                </c:pt>
                <c:pt idx="851">
                  <c:v>345</c:v>
                </c:pt>
                <c:pt idx="852">
                  <c:v>345</c:v>
                </c:pt>
                <c:pt idx="853">
                  <c:v>405</c:v>
                </c:pt>
                <c:pt idx="854">
                  <c:v>230</c:v>
                </c:pt>
                <c:pt idx="855">
                  <c:v>325</c:v>
                </c:pt>
                <c:pt idx="856">
                  <c:v>425</c:v>
                </c:pt>
                <c:pt idx="857">
                  <c:v>85</c:v>
                </c:pt>
                <c:pt idx="858">
                  <c:v>415</c:v>
                </c:pt>
                <c:pt idx="859">
                  <c:v>475</c:v>
                </c:pt>
                <c:pt idx="860">
                  <c:v>250</c:v>
                </c:pt>
                <c:pt idx="861">
                  <c:v>260</c:v>
                </c:pt>
                <c:pt idx="862">
                  <c:v>360</c:v>
                </c:pt>
                <c:pt idx="863">
                  <c:v>470</c:v>
                </c:pt>
                <c:pt idx="864">
                  <c:v>465</c:v>
                </c:pt>
                <c:pt idx="865">
                  <c:v>235</c:v>
                </c:pt>
                <c:pt idx="866">
                  <c:v>430</c:v>
                </c:pt>
                <c:pt idx="867">
                  <c:v>455</c:v>
                </c:pt>
                <c:pt idx="868">
                  <c:v>450</c:v>
                </c:pt>
                <c:pt idx="869">
                  <c:v>410</c:v>
                </c:pt>
                <c:pt idx="870">
                  <c:v>385</c:v>
                </c:pt>
                <c:pt idx="871">
                  <c:v>425</c:v>
                </c:pt>
                <c:pt idx="872">
                  <c:v>125</c:v>
                </c:pt>
                <c:pt idx="873">
                  <c:v>245</c:v>
                </c:pt>
                <c:pt idx="874">
                  <c:v>255</c:v>
                </c:pt>
                <c:pt idx="875">
                  <c:v>450</c:v>
                </c:pt>
                <c:pt idx="876">
                  <c:v>300</c:v>
                </c:pt>
                <c:pt idx="877">
                  <c:v>310</c:v>
                </c:pt>
                <c:pt idx="878">
                  <c:v>380</c:v>
                </c:pt>
                <c:pt idx="879">
                  <c:v>350</c:v>
                </c:pt>
                <c:pt idx="880">
                  <c:v>265</c:v>
                </c:pt>
                <c:pt idx="881">
                  <c:v>365</c:v>
                </c:pt>
                <c:pt idx="882">
                  <c:v>635</c:v>
                </c:pt>
                <c:pt idx="883">
                  <c:v>265</c:v>
                </c:pt>
                <c:pt idx="884">
                  <c:v>445</c:v>
                </c:pt>
                <c:pt idx="885">
                  <c:v>95</c:v>
                </c:pt>
                <c:pt idx="886">
                  <c:v>365</c:v>
                </c:pt>
                <c:pt idx="887">
                  <c:v>445</c:v>
                </c:pt>
                <c:pt idx="888">
                  <c:v>440</c:v>
                </c:pt>
                <c:pt idx="889">
                  <c:v>365</c:v>
                </c:pt>
                <c:pt idx="890">
                  <c:v>450</c:v>
                </c:pt>
                <c:pt idx="891">
                  <c:v>335</c:v>
                </c:pt>
                <c:pt idx="892">
                  <c:v>495</c:v>
                </c:pt>
                <c:pt idx="893">
                  <c:v>425</c:v>
                </c:pt>
                <c:pt idx="894">
                  <c:v>400</c:v>
                </c:pt>
                <c:pt idx="895">
                  <c:v>280</c:v>
                </c:pt>
                <c:pt idx="896">
                  <c:v>100</c:v>
                </c:pt>
                <c:pt idx="897">
                  <c:v>290</c:v>
                </c:pt>
                <c:pt idx="898">
                  <c:v>305</c:v>
                </c:pt>
                <c:pt idx="899">
                  <c:v>465</c:v>
                </c:pt>
                <c:pt idx="900">
                  <c:v>225</c:v>
                </c:pt>
                <c:pt idx="901">
                  <c:v>450</c:v>
                </c:pt>
                <c:pt idx="902">
                  <c:v>355</c:v>
                </c:pt>
                <c:pt idx="903">
                  <c:v>325</c:v>
                </c:pt>
                <c:pt idx="904">
                  <c:v>430</c:v>
                </c:pt>
                <c:pt idx="905">
                  <c:v>590</c:v>
                </c:pt>
                <c:pt idx="906">
                  <c:v>265</c:v>
                </c:pt>
                <c:pt idx="907">
                  <c:v>420</c:v>
                </c:pt>
                <c:pt idx="908">
                  <c:v>350</c:v>
                </c:pt>
                <c:pt idx="909">
                  <c:v>340</c:v>
                </c:pt>
                <c:pt idx="910">
                  <c:v>290</c:v>
                </c:pt>
                <c:pt idx="911">
                  <c:v>455</c:v>
                </c:pt>
                <c:pt idx="912">
                  <c:v>505</c:v>
                </c:pt>
                <c:pt idx="913">
                  <c:v>335</c:v>
                </c:pt>
                <c:pt idx="914">
                  <c:v>475</c:v>
                </c:pt>
                <c:pt idx="915">
                  <c:v>320</c:v>
                </c:pt>
                <c:pt idx="916">
                  <c:v>385</c:v>
                </c:pt>
                <c:pt idx="917">
                  <c:v>425</c:v>
                </c:pt>
                <c:pt idx="918">
                  <c:v>385</c:v>
                </c:pt>
                <c:pt idx="919">
                  <c:v>450</c:v>
                </c:pt>
                <c:pt idx="920">
                  <c:v>355</c:v>
                </c:pt>
                <c:pt idx="921">
                  <c:v>400</c:v>
                </c:pt>
                <c:pt idx="922">
                  <c:v>430</c:v>
                </c:pt>
                <c:pt idx="923">
                  <c:v>365</c:v>
                </c:pt>
                <c:pt idx="924">
                  <c:v>420</c:v>
                </c:pt>
                <c:pt idx="925">
                  <c:v>455</c:v>
                </c:pt>
                <c:pt idx="926">
                  <c:v>330</c:v>
                </c:pt>
                <c:pt idx="927">
                  <c:v>390</c:v>
                </c:pt>
                <c:pt idx="928">
                  <c:v>450</c:v>
                </c:pt>
                <c:pt idx="929">
                  <c:v>420</c:v>
                </c:pt>
                <c:pt idx="930">
                  <c:v>325</c:v>
                </c:pt>
                <c:pt idx="931">
                  <c:v>315</c:v>
                </c:pt>
                <c:pt idx="932">
                  <c:v>450</c:v>
                </c:pt>
                <c:pt idx="933">
                  <c:v>400</c:v>
                </c:pt>
                <c:pt idx="934">
                  <c:v>235</c:v>
                </c:pt>
                <c:pt idx="935">
                  <c:v>430</c:v>
                </c:pt>
                <c:pt idx="936">
                  <c:v>405</c:v>
                </c:pt>
                <c:pt idx="937">
                  <c:v>470</c:v>
                </c:pt>
                <c:pt idx="938">
                  <c:v>510</c:v>
                </c:pt>
                <c:pt idx="939">
                  <c:v>265</c:v>
                </c:pt>
                <c:pt idx="940">
                  <c:v>465</c:v>
                </c:pt>
                <c:pt idx="941">
                  <c:v>400</c:v>
                </c:pt>
                <c:pt idx="942">
                  <c:v>530</c:v>
                </c:pt>
                <c:pt idx="943">
                  <c:v>265</c:v>
                </c:pt>
                <c:pt idx="944">
                  <c:v>230</c:v>
                </c:pt>
                <c:pt idx="945">
                  <c:v>385</c:v>
                </c:pt>
                <c:pt idx="946">
                  <c:v>460</c:v>
                </c:pt>
                <c:pt idx="947">
                  <c:v>370</c:v>
                </c:pt>
                <c:pt idx="948">
                  <c:v>505</c:v>
                </c:pt>
                <c:pt idx="949">
                  <c:v>430</c:v>
                </c:pt>
                <c:pt idx="950">
                  <c:v>340</c:v>
                </c:pt>
                <c:pt idx="951">
                  <c:v>405</c:v>
                </c:pt>
                <c:pt idx="952">
                  <c:v>435</c:v>
                </c:pt>
                <c:pt idx="953">
                  <c:v>265</c:v>
                </c:pt>
                <c:pt idx="954">
                  <c:v>475</c:v>
                </c:pt>
                <c:pt idx="955">
                  <c:v>440</c:v>
                </c:pt>
                <c:pt idx="956">
                  <c:v>560</c:v>
                </c:pt>
                <c:pt idx="957">
                  <c:v>405</c:v>
                </c:pt>
                <c:pt idx="958">
                  <c:v>350</c:v>
                </c:pt>
                <c:pt idx="959">
                  <c:v>180</c:v>
                </c:pt>
                <c:pt idx="960">
                  <c:v>430</c:v>
                </c:pt>
                <c:pt idx="961">
                  <c:v>435</c:v>
                </c:pt>
                <c:pt idx="962">
                  <c:v>385</c:v>
                </c:pt>
                <c:pt idx="963">
                  <c:v>355</c:v>
                </c:pt>
                <c:pt idx="964">
                  <c:v>435</c:v>
                </c:pt>
                <c:pt idx="965">
                  <c:v>265</c:v>
                </c:pt>
                <c:pt idx="966">
                  <c:v>265</c:v>
                </c:pt>
                <c:pt idx="967">
                  <c:v>280</c:v>
                </c:pt>
                <c:pt idx="968">
                  <c:v>380</c:v>
                </c:pt>
                <c:pt idx="969">
                  <c:v>395</c:v>
                </c:pt>
                <c:pt idx="970">
                  <c:v>405</c:v>
                </c:pt>
                <c:pt idx="971">
                  <c:v>380</c:v>
                </c:pt>
                <c:pt idx="972">
                  <c:v>385</c:v>
                </c:pt>
                <c:pt idx="973">
                  <c:v>265</c:v>
                </c:pt>
                <c:pt idx="974">
                  <c:v>505</c:v>
                </c:pt>
                <c:pt idx="975">
                  <c:v>425</c:v>
                </c:pt>
                <c:pt idx="976">
                  <c:v>440</c:v>
                </c:pt>
                <c:pt idx="977">
                  <c:v>480</c:v>
                </c:pt>
                <c:pt idx="978">
                  <c:v>530</c:v>
                </c:pt>
                <c:pt idx="979">
                  <c:v>400</c:v>
                </c:pt>
                <c:pt idx="980">
                  <c:v>350</c:v>
                </c:pt>
                <c:pt idx="981">
                  <c:v>455</c:v>
                </c:pt>
                <c:pt idx="982">
                  <c:v>425</c:v>
                </c:pt>
                <c:pt idx="983">
                  <c:v>535</c:v>
                </c:pt>
                <c:pt idx="984">
                  <c:v>220</c:v>
                </c:pt>
                <c:pt idx="985">
                  <c:v>245</c:v>
                </c:pt>
                <c:pt idx="986">
                  <c:v>255</c:v>
                </c:pt>
                <c:pt idx="987">
                  <c:v>435</c:v>
                </c:pt>
                <c:pt idx="988">
                  <c:v>605</c:v>
                </c:pt>
                <c:pt idx="989">
                  <c:v>460</c:v>
                </c:pt>
                <c:pt idx="990">
                  <c:v>270</c:v>
                </c:pt>
                <c:pt idx="991">
                  <c:v>265</c:v>
                </c:pt>
                <c:pt idx="992">
                  <c:v>495</c:v>
                </c:pt>
                <c:pt idx="993">
                  <c:v>280</c:v>
                </c:pt>
                <c:pt idx="994">
                  <c:v>120</c:v>
                </c:pt>
                <c:pt idx="995">
                  <c:v>210</c:v>
                </c:pt>
                <c:pt idx="996">
                  <c:v>415</c:v>
                </c:pt>
                <c:pt idx="997">
                  <c:v>525</c:v>
                </c:pt>
                <c:pt idx="998">
                  <c:v>300</c:v>
                </c:pt>
                <c:pt idx="999">
                  <c:v>235</c:v>
                </c:pt>
                <c:pt idx="1000">
                  <c:v>250</c:v>
                </c:pt>
                <c:pt idx="1001">
                  <c:v>535</c:v>
                </c:pt>
                <c:pt idx="1002">
                  <c:v>455</c:v>
                </c:pt>
                <c:pt idx="1003">
                  <c:v>450</c:v>
                </c:pt>
                <c:pt idx="1004">
                  <c:v>400</c:v>
                </c:pt>
                <c:pt idx="1005">
                  <c:v>235</c:v>
                </c:pt>
                <c:pt idx="1006">
                  <c:v>435</c:v>
                </c:pt>
                <c:pt idx="1007">
                  <c:v>100</c:v>
                </c:pt>
                <c:pt idx="1008">
                  <c:v>295</c:v>
                </c:pt>
                <c:pt idx="1009">
                  <c:v>135</c:v>
                </c:pt>
                <c:pt idx="1010">
                  <c:v>350</c:v>
                </c:pt>
                <c:pt idx="1011">
                  <c:v>265</c:v>
                </c:pt>
                <c:pt idx="1012">
                  <c:v>205</c:v>
                </c:pt>
                <c:pt idx="1013">
                  <c:v>225</c:v>
                </c:pt>
                <c:pt idx="1014">
                  <c:v>185</c:v>
                </c:pt>
                <c:pt idx="1015">
                  <c:v>265</c:v>
                </c:pt>
                <c:pt idx="1016">
                  <c:v>345</c:v>
                </c:pt>
                <c:pt idx="1017">
                  <c:v>425</c:v>
                </c:pt>
                <c:pt idx="1018">
                  <c:v>405</c:v>
                </c:pt>
                <c:pt idx="1019">
                  <c:v>460</c:v>
                </c:pt>
                <c:pt idx="1020">
                  <c:v>245</c:v>
                </c:pt>
                <c:pt idx="1021">
                  <c:v>95</c:v>
                </c:pt>
                <c:pt idx="1022">
                  <c:v>425</c:v>
                </c:pt>
                <c:pt idx="1023">
                  <c:v>380</c:v>
                </c:pt>
                <c:pt idx="1024">
                  <c:v>490</c:v>
                </c:pt>
                <c:pt idx="1025">
                  <c:v>505</c:v>
                </c:pt>
                <c:pt idx="1026">
                  <c:v>440</c:v>
                </c:pt>
                <c:pt idx="1027">
                  <c:v>410</c:v>
                </c:pt>
                <c:pt idx="1028">
                  <c:v>255</c:v>
                </c:pt>
                <c:pt idx="1029">
                  <c:v>250</c:v>
                </c:pt>
                <c:pt idx="1030">
                  <c:v>270</c:v>
                </c:pt>
                <c:pt idx="1031">
                  <c:v>260</c:v>
                </c:pt>
                <c:pt idx="1032">
                  <c:v>420</c:v>
                </c:pt>
                <c:pt idx="1033">
                  <c:v>410</c:v>
                </c:pt>
                <c:pt idx="1034">
                  <c:v>565</c:v>
                </c:pt>
                <c:pt idx="1035">
                  <c:v>320</c:v>
                </c:pt>
                <c:pt idx="1036">
                  <c:v>320</c:v>
                </c:pt>
                <c:pt idx="1037">
                  <c:v>165</c:v>
                </c:pt>
                <c:pt idx="1038">
                  <c:v>450</c:v>
                </c:pt>
                <c:pt idx="1039">
                  <c:v>350</c:v>
                </c:pt>
                <c:pt idx="1040">
                  <c:v>230</c:v>
                </c:pt>
                <c:pt idx="1041">
                  <c:v>610</c:v>
                </c:pt>
                <c:pt idx="1042">
                  <c:v>450</c:v>
                </c:pt>
                <c:pt idx="1043">
                  <c:v>265</c:v>
                </c:pt>
                <c:pt idx="1044">
                  <c:v>180</c:v>
                </c:pt>
                <c:pt idx="1045">
                  <c:v>415</c:v>
                </c:pt>
                <c:pt idx="1046">
                  <c:v>255</c:v>
                </c:pt>
                <c:pt idx="1047">
                  <c:v>100</c:v>
                </c:pt>
                <c:pt idx="1048">
                  <c:v>455</c:v>
                </c:pt>
                <c:pt idx="1049">
                  <c:v>355</c:v>
                </c:pt>
                <c:pt idx="1050">
                  <c:v>220</c:v>
                </c:pt>
                <c:pt idx="1051">
                  <c:v>285</c:v>
                </c:pt>
                <c:pt idx="1052">
                  <c:v>420</c:v>
                </c:pt>
                <c:pt idx="1053">
                  <c:v>480</c:v>
                </c:pt>
                <c:pt idx="1054">
                  <c:v>480</c:v>
                </c:pt>
                <c:pt idx="1055">
                  <c:v>415</c:v>
                </c:pt>
                <c:pt idx="1056">
                  <c:v>345</c:v>
                </c:pt>
                <c:pt idx="1057">
                  <c:v>265</c:v>
                </c:pt>
                <c:pt idx="1058">
                  <c:v>590</c:v>
                </c:pt>
                <c:pt idx="1059">
                  <c:v>135</c:v>
                </c:pt>
                <c:pt idx="1060">
                  <c:v>345</c:v>
                </c:pt>
                <c:pt idx="1061">
                  <c:v>425</c:v>
                </c:pt>
                <c:pt idx="1062">
                  <c:v>265</c:v>
                </c:pt>
                <c:pt idx="1063">
                  <c:v>410</c:v>
                </c:pt>
                <c:pt idx="1064">
                  <c:v>405</c:v>
                </c:pt>
                <c:pt idx="1065">
                  <c:v>420</c:v>
                </c:pt>
                <c:pt idx="1066">
                  <c:v>455</c:v>
                </c:pt>
                <c:pt idx="1067">
                  <c:v>450</c:v>
                </c:pt>
                <c:pt idx="1068">
                  <c:v>265</c:v>
                </c:pt>
                <c:pt idx="1069">
                  <c:v>205</c:v>
                </c:pt>
                <c:pt idx="1070">
                  <c:v>200</c:v>
                </c:pt>
                <c:pt idx="1071">
                  <c:v>185</c:v>
                </c:pt>
                <c:pt idx="1072">
                  <c:v>500</c:v>
                </c:pt>
                <c:pt idx="1073">
                  <c:v>250</c:v>
                </c:pt>
                <c:pt idx="1074">
                  <c:v>480</c:v>
                </c:pt>
                <c:pt idx="1075">
                  <c:v>510</c:v>
                </c:pt>
                <c:pt idx="1076">
                  <c:v>265</c:v>
                </c:pt>
                <c:pt idx="1077">
                  <c:v>440</c:v>
                </c:pt>
                <c:pt idx="1078">
                  <c:v>265</c:v>
                </c:pt>
                <c:pt idx="1079">
                  <c:v>345</c:v>
                </c:pt>
                <c:pt idx="1080">
                  <c:v>405</c:v>
                </c:pt>
                <c:pt idx="1081">
                  <c:v>375</c:v>
                </c:pt>
                <c:pt idx="1082">
                  <c:v>530</c:v>
                </c:pt>
                <c:pt idx="1083">
                  <c:v>415</c:v>
                </c:pt>
                <c:pt idx="1084">
                  <c:v>440</c:v>
                </c:pt>
                <c:pt idx="1085">
                  <c:v>95</c:v>
                </c:pt>
                <c:pt idx="1086">
                  <c:v>400</c:v>
                </c:pt>
                <c:pt idx="1087">
                  <c:v>210</c:v>
                </c:pt>
                <c:pt idx="1088">
                  <c:v>465</c:v>
                </c:pt>
                <c:pt idx="1089">
                  <c:v>325</c:v>
                </c:pt>
                <c:pt idx="1090">
                  <c:v>260</c:v>
                </c:pt>
                <c:pt idx="1091">
                  <c:v>235</c:v>
                </c:pt>
                <c:pt idx="1092">
                  <c:v>400</c:v>
                </c:pt>
                <c:pt idx="1093">
                  <c:v>340</c:v>
                </c:pt>
                <c:pt idx="1094">
                  <c:v>220</c:v>
                </c:pt>
                <c:pt idx="1095">
                  <c:v>375</c:v>
                </c:pt>
                <c:pt idx="1096">
                  <c:v>310</c:v>
                </c:pt>
                <c:pt idx="1097">
                  <c:v>310</c:v>
                </c:pt>
                <c:pt idx="1098">
                  <c:v>320</c:v>
                </c:pt>
                <c:pt idx="1099">
                  <c:v>255</c:v>
                </c:pt>
                <c:pt idx="1100">
                  <c:v>160</c:v>
                </c:pt>
                <c:pt idx="1101">
                  <c:v>430</c:v>
                </c:pt>
                <c:pt idx="1102">
                  <c:v>490</c:v>
                </c:pt>
                <c:pt idx="1103">
                  <c:v>255</c:v>
                </c:pt>
                <c:pt idx="1104">
                  <c:v>380</c:v>
                </c:pt>
                <c:pt idx="1105">
                  <c:v>210</c:v>
                </c:pt>
                <c:pt idx="1106">
                  <c:v>215</c:v>
                </c:pt>
                <c:pt idx="1107">
                  <c:v>450</c:v>
                </c:pt>
                <c:pt idx="1108">
                  <c:v>360</c:v>
                </c:pt>
                <c:pt idx="1109">
                  <c:v>265</c:v>
                </c:pt>
                <c:pt idx="1110">
                  <c:v>605</c:v>
                </c:pt>
                <c:pt idx="1111">
                  <c:v>250</c:v>
                </c:pt>
                <c:pt idx="1112">
                  <c:v>255</c:v>
                </c:pt>
                <c:pt idx="1113">
                  <c:v>185</c:v>
                </c:pt>
                <c:pt idx="1114">
                  <c:v>230</c:v>
                </c:pt>
                <c:pt idx="1115">
                  <c:v>395</c:v>
                </c:pt>
                <c:pt idx="1116">
                  <c:v>435</c:v>
                </c:pt>
                <c:pt idx="1117">
                  <c:v>560</c:v>
                </c:pt>
                <c:pt idx="1118">
                  <c:v>430</c:v>
                </c:pt>
                <c:pt idx="1119">
                  <c:v>440</c:v>
                </c:pt>
                <c:pt idx="1120">
                  <c:v>510</c:v>
                </c:pt>
                <c:pt idx="1121">
                  <c:v>505</c:v>
                </c:pt>
                <c:pt idx="1122">
                  <c:v>400</c:v>
                </c:pt>
                <c:pt idx="1123">
                  <c:v>220</c:v>
                </c:pt>
                <c:pt idx="1124">
                  <c:v>490</c:v>
                </c:pt>
                <c:pt idx="1125">
                  <c:v>205</c:v>
                </c:pt>
                <c:pt idx="1126">
                  <c:v>375</c:v>
                </c:pt>
                <c:pt idx="1127">
                  <c:v>260</c:v>
                </c:pt>
                <c:pt idx="1128">
                  <c:v>410</c:v>
                </c:pt>
                <c:pt idx="1129">
                  <c:v>485</c:v>
                </c:pt>
                <c:pt idx="1130">
                  <c:v>255</c:v>
                </c:pt>
                <c:pt idx="1131">
                  <c:v>670</c:v>
                </c:pt>
                <c:pt idx="1132">
                  <c:v>370</c:v>
                </c:pt>
                <c:pt idx="1133">
                  <c:v>295</c:v>
                </c:pt>
                <c:pt idx="1134">
                  <c:v>450</c:v>
                </c:pt>
                <c:pt idx="1135">
                  <c:v>445</c:v>
                </c:pt>
                <c:pt idx="1136">
                  <c:v>485</c:v>
                </c:pt>
                <c:pt idx="1137">
                  <c:v>520</c:v>
                </c:pt>
                <c:pt idx="1138">
                  <c:v>255</c:v>
                </c:pt>
                <c:pt idx="1139">
                  <c:v>180</c:v>
                </c:pt>
                <c:pt idx="1140">
                  <c:v>205</c:v>
                </c:pt>
                <c:pt idx="1141">
                  <c:v>185</c:v>
                </c:pt>
                <c:pt idx="1142">
                  <c:v>445</c:v>
                </c:pt>
                <c:pt idx="1143">
                  <c:v>360</c:v>
                </c:pt>
                <c:pt idx="1144">
                  <c:v>505</c:v>
                </c:pt>
                <c:pt idx="1145">
                  <c:v>230</c:v>
                </c:pt>
                <c:pt idx="1146">
                  <c:v>185</c:v>
                </c:pt>
                <c:pt idx="1147">
                  <c:v>265</c:v>
                </c:pt>
                <c:pt idx="1148">
                  <c:v>140</c:v>
                </c:pt>
                <c:pt idx="1149">
                  <c:v>225</c:v>
                </c:pt>
                <c:pt idx="1150">
                  <c:v>180</c:v>
                </c:pt>
                <c:pt idx="1151">
                  <c:v>435</c:v>
                </c:pt>
                <c:pt idx="1152">
                  <c:v>445</c:v>
                </c:pt>
                <c:pt idx="1153">
                  <c:v>405</c:v>
                </c:pt>
                <c:pt idx="1154">
                  <c:v>265</c:v>
                </c:pt>
                <c:pt idx="1155">
                  <c:v>180</c:v>
                </c:pt>
                <c:pt idx="1156">
                  <c:v>345</c:v>
                </c:pt>
                <c:pt idx="1157">
                  <c:v>185</c:v>
                </c:pt>
                <c:pt idx="1158">
                  <c:v>205</c:v>
                </c:pt>
                <c:pt idx="1159">
                  <c:v>395</c:v>
                </c:pt>
                <c:pt idx="1160">
                  <c:v>350</c:v>
                </c:pt>
                <c:pt idx="1161">
                  <c:v>505</c:v>
                </c:pt>
                <c:pt idx="1162">
                  <c:v>180</c:v>
                </c:pt>
                <c:pt idx="1163">
                  <c:v>420</c:v>
                </c:pt>
                <c:pt idx="1164">
                  <c:v>205</c:v>
                </c:pt>
                <c:pt idx="1165">
                  <c:v>185</c:v>
                </c:pt>
                <c:pt idx="1166">
                  <c:v>265</c:v>
                </c:pt>
                <c:pt idx="1167">
                  <c:v>180</c:v>
                </c:pt>
                <c:pt idx="1168">
                  <c:v>255</c:v>
                </c:pt>
                <c:pt idx="1169">
                  <c:v>245</c:v>
                </c:pt>
                <c:pt idx="1170">
                  <c:v>245</c:v>
                </c:pt>
                <c:pt idx="1171">
                  <c:v>440</c:v>
                </c:pt>
                <c:pt idx="1172">
                  <c:v>200</c:v>
                </c:pt>
                <c:pt idx="1173">
                  <c:v>180</c:v>
                </c:pt>
                <c:pt idx="1174">
                  <c:v>480</c:v>
                </c:pt>
                <c:pt idx="1175">
                  <c:v>95</c:v>
                </c:pt>
                <c:pt idx="1176">
                  <c:v>235</c:v>
                </c:pt>
                <c:pt idx="1177">
                  <c:v>265</c:v>
                </c:pt>
                <c:pt idx="1178">
                  <c:v>375</c:v>
                </c:pt>
                <c:pt idx="1179">
                  <c:v>440</c:v>
                </c:pt>
                <c:pt idx="1180">
                  <c:v>450</c:v>
                </c:pt>
                <c:pt idx="1181">
                  <c:v>350</c:v>
                </c:pt>
                <c:pt idx="1182">
                  <c:v>185</c:v>
                </c:pt>
                <c:pt idx="1183">
                  <c:v>345</c:v>
                </c:pt>
                <c:pt idx="1184">
                  <c:v>185</c:v>
                </c:pt>
                <c:pt idx="1185">
                  <c:v>330</c:v>
                </c:pt>
                <c:pt idx="1186">
                  <c:v>235</c:v>
                </c:pt>
                <c:pt idx="1187">
                  <c:v>245</c:v>
                </c:pt>
                <c:pt idx="1188">
                  <c:v>420</c:v>
                </c:pt>
                <c:pt idx="1189">
                  <c:v>180</c:v>
                </c:pt>
                <c:pt idx="1190">
                  <c:v>265</c:v>
                </c:pt>
                <c:pt idx="1191">
                  <c:v>405</c:v>
                </c:pt>
                <c:pt idx="1192">
                  <c:v>180</c:v>
                </c:pt>
                <c:pt idx="1193">
                  <c:v>95</c:v>
                </c:pt>
                <c:pt idx="1194">
                  <c:v>185</c:v>
                </c:pt>
                <c:pt idx="1195">
                  <c:v>180</c:v>
                </c:pt>
                <c:pt idx="1196">
                  <c:v>335</c:v>
                </c:pt>
                <c:pt idx="1197">
                  <c:v>265</c:v>
                </c:pt>
                <c:pt idx="1198">
                  <c:v>185</c:v>
                </c:pt>
                <c:pt idx="1199">
                  <c:v>215</c:v>
                </c:pt>
                <c:pt idx="1200">
                  <c:v>185</c:v>
                </c:pt>
                <c:pt idx="1201">
                  <c:v>185</c:v>
                </c:pt>
                <c:pt idx="1202">
                  <c:v>180</c:v>
                </c:pt>
                <c:pt idx="1203">
                  <c:v>235</c:v>
                </c:pt>
                <c:pt idx="1204">
                  <c:v>230</c:v>
                </c:pt>
                <c:pt idx="1205">
                  <c:v>185</c:v>
                </c:pt>
                <c:pt idx="1206">
                  <c:v>245</c:v>
                </c:pt>
                <c:pt idx="1207">
                  <c:v>185</c:v>
                </c:pt>
                <c:pt idx="1208">
                  <c:v>430</c:v>
                </c:pt>
                <c:pt idx="1209">
                  <c:v>180</c:v>
                </c:pt>
                <c:pt idx="1210">
                  <c:v>185</c:v>
                </c:pt>
                <c:pt idx="1211">
                  <c:v>180</c:v>
                </c:pt>
                <c:pt idx="1212">
                  <c:v>185</c:v>
                </c:pt>
                <c:pt idx="1213">
                  <c:v>425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1D1B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D1D1B"/>
                    </a:solidFill>
                    <a:latin typeface="+mn-lt"/>
                  </a:rPr>
                  <a:t>Price (€ thousand)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D1D1B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1D1D1B"/>
                    </a:solidFill>
                    <a:latin typeface="+mn-lt"/>
                  </a:rPr>
                  <a:t>Real range (km)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2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automated scraper that collects electric vehicle specs and prices from EV Database and saves them as a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goals: automate, capture 12 data fields, produce a clean CSV, and keep the scraper reusable.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scraper loops the page number i from 1 to 140 (range(1, 141) in the code).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169,960 = 1,214 unique listings x 140 page loops. Every loop returns the same page because everything after # stays in the browser. Re-run run.py to confirm the final row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2194560" cy="5513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</a:rPr>
              <a:t>Web Scraping Project  |  EV Market Intelligence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line 1"/>
          <p:cNvSpPr txBox="1"/>
          <p:nvPr/>
        </p:nvSpPr>
        <p:spPr>
          <a:xfrm>
            <a:off x="3657600" y="2523744"/>
            <a:ext cx="4873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WEB SCRAPING</a:t>
            </a:r>
            <a:endParaRPr lang="en-US" sz="3200" dirty="0"/>
          </a:p>
        </p:txBody>
      </p:sp>
      <p:sp>
        <p:nvSpPr>
          <p:cNvPr id="3" name="Title line 2"/>
          <p:cNvSpPr txBox="1"/>
          <p:nvPr/>
        </p:nvSpPr>
        <p:spPr>
          <a:xfrm>
            <a:off x="0" y="3566160"/>
            <a:ext cx="12188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ELECTRIC VEHICLE MARKET INTELLIGENCE</a:t>
            </a:r>
            <a:endParaRPr lang="en-US" sz="3200" dirty="0"/>
          </a:p>
        </p:txBody>
      </p:sp>
      <p:sp>
        <p:nvSpPr>
          <p:cNvPr id="4" name="Presenter"/>
          <p:cNvSpPr txBox="1"/>
          <p:nvPr/>
        </p:nvSpPr>
        <p:spPr>
          <a:xfrm>
            <a:off x="7891272" y="4992624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PRESENTED BY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D.PRABHUKUMAR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this project set out to do</a:t>
            </a:r>
            <a:endParaRPr lang="en-US" sz="1600" dirty="0"/>
          </a:p>
        </p:txBody>
      </p:sp>
      <p:sp>
        <p:nvSpPr>
          <p:cNvPr id="4" name="Objective 1 card"/>
          <p:cNvSpPr/>
          <p:nvPr/>
        </p:nvSpPr>
        <p:spPr>
          <a:xfrm>
            <a:off x="548640" y="210312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Objective 1 icon circle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Objective 1 icon" descr="Objective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504542"/>
            <a:ext cx="294437" cy="294437"/>
          </a:xfrm>
          <a:prstGeom prst="rect">
            <a:avLst/>
          </a:prstGeom>
        </p:spPr>
      </p:pic>
      <p:sp>
        <p:nvSpPr>
          <p:cNvPr id="7" name="Objective 1 title"/>
          <p:cNvSpPr txBox="1"/>
          <p:nvPr/>
        </p:nvSpPr>
        <p:spPr>
          <a:xfrm>
            <a:off x="1600200" y="2331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Automate collection</a:t>
            </a:r>
            <a:endParaRPr lang="en-US" sz="1800" dirty="0"/>
          </a:p>
        </p:txBody>
      </p:sp>
      <p:sp>
        <p:nvSpPr>
          <p:cNvPr id="8" name="Objective 1 text"/>
          <p:cNvSpPr txBox="1"/>
          <p:nvPr/>
        </p:nvSpPr>
        <p:spPr>
          <a:xfrm>
            <a:off x="777240" y="3108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Scrape EV specs and prices from EV Database with Python, instead of copying them by hand.</a:t>
            </a:r>
            <a:endParaRPr lang="en-US" sz="1400" dirty="0"/>
          </a:p>
        </p:txBody>
      </p:sp>
      <p:sp>
        <p:nvSpPr>
          <p:cNvPr id="9" name="Objective 2 card"/>
          <p:cNvSpPr/>
          <p:nvPr/>
        </p:nvSpPr>
        <p:spPr>
          <a:xfrm>
            <a:off x="6217920" y="210312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Objective 2 icon circle"/>
          <p:cNvSpPr/>
          <p:nvPr/>
        </p:nvSpPr>
        <p:spPr>
          <a:xfrm>
            <a:off x="644652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Objective 2 icon" descr="Objective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342" y="2504542"/>
            <a:ext cx="294437" cy="294437"/>
          </a:xfrm>
          <a:prstGeom prst="rect">
            <a:avLst/>
          </a:prstGeom>
        </p:spPr>
      </p:pic>
      <p:sp>
        <p:nvSpPr>
          <p:cNvPr id="12" name="Objective 2 title"/>
          <p:cNvSpPr txBox="1"/>
          <p:nvPr/>
        </p:nvSpPr>
        <p:spPr>
          <a:xfrm>
            <a:off x="7269480" y="2331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Capture 12 data fields</a:t>
            </a:r>
            <a:endParaRPr lang="en-US" sz="1800" dirty="0"/>
          </a:p>
        </p:txBody>
      </p:sp>
      <p:sp>
        <p:nvSpPr>
          <p:cNvPr id="13" name="Objective 2 text"/>
          <p:cNvSpPr txBox="1"/>
          <p:nvPr/>
        </p:nvSpPr>
        <p:spPr>
          <a:xfrm>
            <a:off x="6446520" y="3108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Price, range, battery, charging speed, efficiency, weight, acceleration, towing, cargo and more.</a:t>
            </a:r>
            <a:endParaRPr lang="en-US" sz="1400" dirty="0"/>
          </a:p>
        </p:txBody>
      </p:sp>
      <p:sp>
        <p:nvSpPr>
          <p:cNvPr id="14" name="Objective 3 card"/>
          <p:cNvSpPr/>
          <p:nvPr/>
        </p:nvSpPr>
        <p:spPr>
          <a:xfrm>
            <a:off x="548640" y="42062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Objective 3 icon circle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Objective 3 icon" descr="Objective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4607662"/>
            <a:ext cx="294437" cy="294437"/>
          </a:xfrm>
          <a:prstGeom prst="rect">
            <a:avLst/>
          </a:prstGeom>
        </p:spPr>
      </p:pic>
      <p:sp>
        <p:nvSpPr>
          <p:cNvPr id="17" name="Objective 3 title"/>
          <p:cNvSpPr txBox="1"/>
          <p:nvPr/>
        </p:nvSpPr>
        <p:spPr>
          <a:xfrm>
            <a:off x="1600200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a clean CSV</a:t>
            </a:r>
            <a:endParaRPr lang="en-US" sz="1800" dirty="0"/>
          </a:p>
        </p:txBody>
      </p:sp>
      <p:sp>
        <p:nvSpPr>
          <p:cNvPr id="18" name="Objective 3 text"/>
          <p:cNvSpPr txBox="1"/>
          <p:nvPr/>
        </p:nvSpPr>
        <p:spPr>
          <a:xfrm>
            <a:off x="777240" y="5212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everything in one tidy file that is ready for analysis, charts and machine learning.</a:t>
            </a:r>
            <a:endParaRPr lang="en-US" sz="1400" dirty="0"/>
          </a:p>
        </p:txBody>
      </p:sp>
      <p:sp>
        <p:nvSpPr>
          <p:cNvPr id="19" name="Objective 4 card"/>
          <p:cNvSpPr/>
          <p:nvPr/>
        </p:nvSpPr>
        <p:spPr>
          <a:xfrm>
            <a:off x="6217920" y="420624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Objective 4 icon circle"/>
          <p:cNvSpPr/>
          <p:nvPr/>
        </p:nvSpPr>
        <p:spPr>
          <a:xfrm>
            <a:off x="6446520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Objective 4 icon" descr="Objective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4607662"/>
            <a:ext cx="294437" cy="294437"/>
          </a:xfrm>
          <a:prstGeom prst="rect">
            <a:avLst/>
          </a:prstGeom>
        </p:spPr>
      </p:pic>
      <p:sp>
        <p:nvSpPr>
          <p:cNvPr id="22" name="Objective 4 title"/>
          <p:cNvSpPr txBox="1"/>
          <p:nvPr/>
        </p:nvSpPr>
        <p:spPr>
          <a:xfrm>
            <a:off x="7269480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Make it reusable</a:t>
            </a:r>
            <a:endParaRPr lang="en-US" sz="1800" dirty="0"/>
          </a:p>
        </p:txBody>
      </p:sp>
      <p:sp>
        <p:nvSpPr>
          <p:cNvPr id="23" name="Objective 4 text"/>
          <p:cNvSpPr txBox="1"/>
          <p:nvPr/>
        </p:nvSpPr>
        <p:spPr>
          <a:xfrm>
            <a:off x="6446520" y="5212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Python, Requests, BeautifulSoup and Pandas make it easy to run again for fresh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source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 Database: a public site comparing EVs sold in Europe (price, range, charging, performance)</a:t>
            </a:r>
            <a:endParaRPr lang="en-US" sz="1600" dirty="0"/>
          </a:p>
        </p:txBody>
      </p:sp>
      <p:sp>
        <p:nvSpPr>
          <p:cNvPr id="4" name="URL box"/>
          <p:cNvSpPr/>
          <p:nvPr/>
        </p:nvSpPr>
        <p:spPr>
          <a:xfrm>
            <a:off x="548640" y="210312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5" name="URL text"/>
          <p:cNvSpPr txBox="1"/>
          <p:nvPr/>
        </p:nvSpPr>
        <p:spPr>
          <a:xfrm>
            <a:off x="777240" y="2103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https://ev-database.org/#group=vehicle-group&amp;rs-pr=10000_100000&amp; … &amp;p=0-{i}</a:t>
            </a:r>
            <a:endParaRPr lang="en-US" sz="1400" dirty="0"/>
          </a:p>
        </p:txBody>
      </p:sp>
      <p:sp>
        <p:nvSpPr>
          <p:cNvPr id="6" name="Filters heading"/>
          <p:cNvSpPr txBox="1"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the filters in the URL mean</a:t>
            </a:r>
            <a:endParaRPr lang="en-US" sz="1800" dirty="0"/>
          </a:p>
        </p:txBody>
      </p:sp>
      <p:sp>
        <p:nvSpPr>
          <p:cNvPr id="7" name="Filter card 1"/>
          <p:cNvSpPr/>
          <p:nvPr/>
        </p:nvSpPr>
        <p:spPr>
          <a:xfrm>
            <a:off x="548640" y="352044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8" name="Filter code 1"/>
          <p:cNvSpPr txBox="1"/>
          <p:nvPr/>
        </p:nvSpPr>
        <p:spPr>
          <a:xfrm>
            <a:off x="731520" y="36301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rs-pr</a:t>
            </a:r>
            <a:endParaRPr lang="en-US" sz="1600" dirty="0"/>
          </a:p>
        </p:txBody>
      </p:sp>
      <p:sp>
        <p:nvSpPr>
          <p:cNvPr id="9" name="Filter meaning 1"/>
          <p:cNvSpPr txBox="1"/>
          <p:nvPr/>
        </p:nvSpPr>
        <p:spPr>
          <a:xfrm>
            <a:off x="73152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Price: €10,000 – €100,000</a:t>
            </a:r>
            <a:endParaRPr lang="en-US" sz="1400" dirty="0"/>
          </a:p>
        </p:txBody>
      </p:sp>
      <p:sp>
        <p:nvSpPr>
          <p:cNvPr id="10" name="Filter card 2"/>
          <p:cNvSpPr/>
          <p:nvPr/>
        </p:nvSpPr>
        <p:spPr>
          <a:xfrm>
            <a:off x="3376879" y="352044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1" name="Filter code 2"/>
          <p:cNvSpPr txBox="1"/>
          <p:nvPr/>
        </p:nvSpPr>
        <p:spPr>
          <a:xfrm>
            <a:off x="3559759" y="36301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rs-er</a:t>
            </a:r>
            <a:endParaRPr lang="en-US" sz="1600" dirty="0"/>
          </a:p>
        </p:txBody>
      </p:sp>
      <p:sp>
        <p:nvSpPr>
          <p:cNvPr id="12" name="Filter meaning 2"/>
          <p:cNvSpPr txBox="1"/>
          <p:nvPr/>
        </p:nvSpPr>
        <p:spPr>
          <a:xfrm>
            <a:off x="3559759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range: 0 – 1,000 km</a:t>
            </a:r>
            <a:endParaRPr lang="en-US" sz="1400" dirty="0"/>
          </a:p>
        </p:txBody>
      </p:sp>
      <p:sp>
        <p:nvSpPr>
          <p:cNvPr id="13" name="Filter card 3"/>
          <p:cNvSpPr/>
          <p:nvPr/>
        </p:nvSpPr>
        <p:spPr>
          <a:xfrm>
            <a:off x="6205118" y="352044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Filter code 3"/>
          <p:cNvSpPr txBox="1"/>
          <p:nvPr/>
        </p:nvSpPr>
        <p:spPr>
          <a:xfrm>
            <a:off x="6387998" y="36301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rs-ac</a:t>
            </a:r>
            <a:endParaRPr lang="en-US" sz="1600" dirty="0"/>
          </a:p>
        </p:txBody>
      </p:sp>
      <p:sp>
        <p:nvSpPr>
          <p:cNvPr id="15" name="Filter meaning 3"/>
          <p:cNvSpPr txBox="1"/>
          <p:nvPr/>
        </p:nvSpPr>
        <p:spPr>
          <a:xfrm>
            <a:off x="6387998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0–100 km/h: 2 – 23 sec</a:t>
            </a:r>
            <a:endParaRPr lang="en-US" sz="1400" dirty="0"/>
          </a:p>
        </p:txBody>
      </p:sp>
      <p:sp>
        <p:nvSpPr>
          <p:cNvPr id="16" name="Filter card 4"/>
          <p:cNvSpPr/>
          <p:nvPr/>
        </p:nvSpPr>
        <p:spPr>
          <a:xfrm>
            <a:off x="9033358" y="352044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7" name="Filter code 4"/>
          <p:cNvSpPr txBox="1"/>
          <p:nvPr/>
        </p:nvSpPr>
        <p:spPr>
          <a:xfrm>
            <a:off x="9216238" y="36301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rs-dcfc</a:t>
            </a:r>
            <a:endParaRPr lang="en-US" sz="1600" dirty="0"/>
          </a:p>
        </p:txBody>
      </p:sp>
      <p:sp>
        <p:nvSpPr>
          <p:cNvPr id="18" name="Filter meaning 4"/>
          <p:cNvSpPr txBox="1"/>
          <p:nvPr/>
        </p:nvSpPr>
        <p:spPr>
          <a:xfrm>
            <a:off x="9216238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DC fast charge: 0 – 400 kW</a:t>
            </a:r>
            <a:endParaRPr lang="en-US" sz="1400" dirty="0"/>
          </a:p>
        </p:txBody>
      </p:sp>
      <p:sp>
        <p:nvSpPr>
          <p:cNvPr id="19" name="Filter card 5"/>
          <p:cNvSpPr/>
          <p:nvPr/>
        </p:nvSpPr>
        <p:spPr>
          <a:xfrm>
            <a:off x="548640" y="4800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0" name="Filter code 5"/>
          <p:cNvSpPr txBox="1"/>
          <p:nvPr/>
        </p:nvSpPr>
        <p:spPr>
          <a:xfrm>
            <a:off x="731520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rs-ef</a:t>
            </a:r>
            <a:endParaRPr lang="en-US" sz="1600" dirty="0"/>
          </a:p>
        </p:txBody>
      </p:sp>
      <p:sp>
        <p:nvSpPr>
          <p:cNvPr id="21" name="Filter meaning 5"/>
          <p:cNvSpPr txBox="1"/>
          <p:nvPr/>
        </p:nvSpPr>
        <p:spPr>
          <a:xfrm>
            <a:off x="73152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Efficiency: 100 – 350 Wh/km</a:t>
            </a:r>
            <a:endParaRPr lang="en-US" sz="1400" dirty="0"/>
          </a:p>
        </p:txBody>
      </p:sp>
      <p:sp>
        <p:nvSpPr>
          <p:cNvPr id="22" name="Filter card 6"/>
          <p:cNvSpPr/>
          <p:nvPr/>
        </p:nvSpPr>
        <p:spPr>
          <a:xfrm>
            <a:off x="3376879" y="4800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3" name="Filter code 6"/>
          <p:cNvSpPr txBox="1"/>
          <p:nvPr/>
        </p:nvSpPr>
        <p:spPr>
          <a:xfrm>
            <a:off x="3559759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rs-w</a:t>
            </a:r>
            <a:endParaRPr lang="en-US" sz="1600" dirty="0"/>
          </a:p>
        </p:txBody>
      </p:sp>
      <p:sp>
        <p:nvSpPr>
          <p:cNvPr id="24" name="Filter meaning 6"/>
          <p:cNvSpPr txBox="1"/>
          <p:nvPr/>
        </p:nvSpPr>
        <p:spPr>
          <a:xfrm>
            <a:off x="3559759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Weight: 1,000 – 3,500 kg</a:t>
            </a:r>
            <a:endParaRPr lang="en-US" sz="1400" dirty="0"/>
          </a:p>
        </p:txBody>
      </p:sp>
      <p:sp>
        <p:nvSpPr>
          <p:cNvPr id="25" name="Filter card 7"/>
          <p:cNvSpPr/>
          <p:nvPr/>
        </p:nvSpPr>
        <p:spPr>
          <a:xfrm>
            <a:off x="6205118" y="4800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6" name="Filter code 7"/>
          <p:cNvSpPr txBox="1"/>
          <p:nvPr/>
        </p:nvSpPr>
        <p:spPr>
          <a:xfrm>
            <a:off x="6387998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rs-c</a:t>
            </a:r>
            <a:endParaRPr lang="en-US" sz="1600" dirty="0"/>
          </a:p>
        </p:txBody>
      </p:sp>
      <p:sp>
        <p:nvSpPr>
          <p:cNvPr id="27" name="Filter meaning 7"/>
          <p:cNvSpPr txBox="1"/>
          <p:nvPr/>
        </p:nvSpPr>
        <p:spPr>
          <a:xfrm>
            <a:off x="6387998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Cargo: 0 – 5,000 L</a:t>
            </a:r>
            <a:endParaRPr lang="en-US" sz="1400" dirty="0"/>
          </a:p>
        </p:txBody>
      </p:sp>
      <p:sp>
        <p:nvSpPr>
          <p:cNvPr id="28" name="Filter card 8"/>
          <p:cNvSpPr/>
          <p:nvPr/>
        </p:nvSpPr>
        <p:spPr>
          <a:xfrm>
            <a:off x="9033358" y="4800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9" name="Filter code 8"/>
          <p:cNvSpPr txBox="1"/>
          <p:nvPr/>
        </p:nvSpPr>
        <p:spPr>
          <a:xfrm>
            <a:off x="9216238" y="4910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p=0-{i}</a:t>
            </a:r>
            <a:endParaRPr lang="en-US" sz="1600" dirty="0"/>
          </a:p>
        </p:txBody>
      </p:sp>
      <p:sp>
        <p:nvSpPr>
          <p:cNvPr id="30" name="Filter meaning 8"/>
          <p:cNvSpPr txBox="1"/>
          <p:nvPr/>
        </p:nvSpPr>
        <p:spPr>
          <a:xfrm>
            <a:off x="9216238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 number, i = 1 to 140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 stack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Six simple Python tools do all the work</a:t>
            </a:r>
            <a:endParaRPr lang="en-US" sz="1600" dirty="0"/>
          </a:p>
        </p:txBody>
      </p:sp>
      <p:sp>
        <p:nvSpPr>
          <p:cNvPr id="4" name="Tech 1 card"/>
          <p:cNvSpPr/>
          <p:nvPr/>
        </p:nvSpPr>
        <p:spPr>
          <a:xfrm>
            <a:off x="54864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Tech 1 icon circle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ech 1 icon" descr="Tech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504542"/>
            <a:ext cx="294437" cy="294437"/>
          </a:xfrm>
          <a:prstGeom prst="rect">
            <a:avLst/>
          </a:prstGeom>
        </p:spPr>
      </p:pic>
      <p:sp>
        <p:nvSpPr>
          <p:cNvPr id="7" name="Tech 1 title"/>
          <p:cNvSpPr txBox="1"/>
          <p:nvPr/>
        </p:nvSpPr>
        <p:spPr>
          <a:xfrm>
            <a:off x="160020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3</a:t>
            </a:r>
            <a:endParaRPr lang="en-US" sz="1800" dirty="0"/>
          </a:p>
        </p:txBody>
      </p:sp>
      <p:sp>
        <p:nvSpPr>
          <p:cNvPr id="8" name="Tech 1 text"/>
          <p:cNvSpPr txBox="1"/>
          <p:nvPr/>
        </p:nvSpPr>
        <p:spPr>
          <a:xfrm>
            <a:off x="77724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core scripting language.</a:t>
            </a:r>
            <a:endParaRPr lang="en-US" sz="1400" dirty="0"/>
          </a:p>
        </p:txBody>
      </p:sp>
      <p:sp>
        <p:nvSpPr>
          <p:cNvPr id="9" name="Tech 2 card"/>
          <p:cNvSpPr/>
          <p:nvPr/>
        </p:nvSpPr>
        <p:spPr>
          <a:xfrm>
            <a:off x="4311396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Tech 2 icon circle"/>
          <p:cNvSpPr/>
          <p:nvPr/>
        </p:nvSpPr>
        <p:spPr>
          <a:xfrm>
            <a:off x="4539996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Tech 2 icon" descr="Tech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2504542"/>
            <a:ext cx="294437" cy="294437"/>
          </a:xfrm>
          <a:prstGeom prst="rect">
            <a:avLst/>
          </a:prstGeom>
        </p:spPr>
      </p:pic>
      <p:sp>
        <p:nvSpPr>
          <p:cNvPr id="12" name="Tech 2 title"/>
          <p:cNvSpPr txBox="1"/>
          <p:nvPr/>
        </p:nvSpPr>
        <p:spPr>
          <a:xfrm>
            <a:off x="5362956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Requests</a:t>
            </a:r>
            <a:endParaRPr lang="en-US" sz="1800" dirty="0"/>
          </a:p>
        </p:txBody>
      </p:sp>
      <p:sp>
        <p:nvSpPr>
          <p:cNvPr id="13" name="Tech 2 text"/>
          <p:cNvSpPr txBox="1"/>
          <p:nvPr/>
        </p:nvSpPr>
        <p:spPr>
          <a:xfrm>
            <a:off x="4539996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Sends HTTP calls with a custom header.</a:t>
            </a:r>
            <a:endParaRPr lang="en-US" sz="1400" dirty="0"/>
          </a:p>
        </p:txBody>
      </p:sp>
      <p:sp>
        <p:nvSpPr>
          <p:cNvPr id="14" name="Tech 3 card"/>
          <p:cNvSpPr/>
          <p:nvPr/>
        </p:nvSpPr>
        <p:spPr>
          <a:xfrm>
            <a:off x="8074152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Tech 3 icon circle"/>
          <p:cNvSpPr/>
          <p:nvPr/>
        </p:nvSpPr>
        <p:spPr>
          <a:xfrm>
            <a:off x="8302752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ech 3 icon" descr="Tech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2504542"/>
            <a:ext cx="294437" cy="294437"/>
          </a:xfrm>
          <a:prstGeom prst="rect">
            <a:avLst/>
          </a:prstGeom>
        </p:spPr>
      </p:pic>
      <p:sp>
        <p:nvSpPr>
          <p:cNvPr id="17" name="Tech 3 title"/>
          <p:cNvSpPr txBox="1"/>
          <p:nvPr/>
        </p:nvSpPr>
        <p:spPr>
          <a:xfrm>
            <a:off x="9125712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BeautifulSoup4</a:t>
            </a:r>
            <a:endParaRPr lang="en-US" sz="1800" dirty="0"/>
          </a:p>
        </p:txBody>
      </p:sp>
      <p:sp>
        <p:nvSpPr>
          <p:cNvPr id="18" name="Tech 3 text"/>
          <p:cNvSpPr txBox="1"/>
          <p:nvPr/>
        </p:nvSpPr>
        <p:spPr>
          <a:xfrm>
            <a:off x="8302752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the HTML and picks out tags.</a:t>
            </a:r>
            <a:endParaRPr lang="en-US" sz="1400" dirty="0"/>
          </a:p>
        </p:txBody>
      </p:sp>
      <p:sp>
        <p:nvSpPr>
          <p:cNvPr id="19" name="Tech 4 card"/>
          <p:cNvSpPr/>
          <p:nvPr/>
        </p:nvSpPr>
        <p:spPr>
          <a:xfrm>
            <a:off x="548640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Tech 4 icon circle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ech 4 icon" descr="Tech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2" y="4607662"/>
            <a:ext cx="294437" cy="294437"/>
          </a:xfrm>
          <a:prstGeom prst="rect">
            <a:avLst/>
          </a:prstGeom>
        </p:spPr>
      </p:pic>
      <p:sp>
        <p:nvSpPr>
          <p:cNvPr id="22" name="Tech 4 title"/>
          <p:cNvSpPr txBox="1"/>
          <p:nvPr/>
        </p:nvSpPr>
        <p:spPr>
          <a:xfrm>
            <a:off x="160020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Pandas</a:t>
            </a:r>
            <a:endParaRPr lang="en-US" sz="1800" dirty="0"/>
          </a:p>
        </p:txBody>
      </p:sp>
      <p:sp>
        <p:nvSpPr>
          <p:cNvPr id="23" name="Tech 4 text"/>
          <p:cNvSpPr txBox="1"/>
          <p:nvPr/>
        </p:nvSpPr>
        <p:spPr>
          <a:xfrm>
            <a:off x="777240" y="5212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Builds the DataFrame and exports the CSV.</a:t>
            </a:r>
            <a:endParaRPr lang="en-US" sz="1400" dirty="0"/>
          </a:p>
        </p:txBody>
      </p:sp>
      <p:sp>
        <p:nvSpPr>
          <p:cNvPr id="24" name="Tech 5 card"/>
          <p:cNvSpPr/>
          <p:nvPr/>
        </p:nvSpPr>
        <p:spPr>
          <a:xfrm>
            <a:off x="4311396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5" name="Tech 5 icon circle"/>
          <p:cNvSpPr/>
          <p:nvPr/>
        </p:nvSpPr>
        <p:spPr>
          <a:xfrm>
            <a:off x="4539996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Tech 5 icon" descr="Tech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4607662"/>
            <a:ext cx="294437" cy="294437"/>
          </a:xfrm>
          <a:prstGeom prst="rect">
            <a:avLst/>
          </a:prstGeom>
        </p:spPr>
      </p:pic>
      <p:sp>
        <p:nvSpPr>
          <p:cNvPr id="27" name="Tech 5 title"/>
          <p:cNvSpPr txBox="1"/>
          <p:nvPr/>
        </p:nvSpPr>
        <p:spPr>
          <a:xfrm>
            <a:off x="5362956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NumPy</a:t>
            </a:r>
            <a:endParaRPr lang="en-US" sz="1800" dirty="0"/>
          </a:p>
        </p:txBody>
      </p:sp>
      <p:sp>
        <p:nvSpPr>
          <p:cNvPr id="28" name="Tech 5 text"/>
          <p:cNvSpPr txBox="1"/>
          <p:nvPr/>
        </p:nvSpPr>
        <p:spPr>
          <a:xfrm>
            <a:off x="4539996" y="5212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Supplies NaN for missing values.</a:t>
            </a:r>
            <a:endParaRPr lang="en-US" sz="1400" dirty="0"/>
          </a:p>
        </p:txBody>
      </p:sp>
      <p:sp>
        <p:nvSpPr>
          <p:cNvPr id="29" name="Tech 6 card"/>
          <p:cNvSpPr/>
          <p:nvPr/>
        </p:nvSpPr>
        <p:spPr>
          <a:xfrm>
            <a:off x="8074152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0" name="Tech 6 icon circle"/>
          <p:cNvSpPr/>
          <p:nvPr/>
        </p:nvSpPr>
        <p:spPr>
          <a:xfrm>
            <a:off x="8302752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Tech 6 icon" descr="Tech 6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74" y="4607662"/>
            <a:ext cx="294437" cy="294437"/>
          </a:xfrm>
          <a:prstGeom prst="rect">
            <a:avLst/>
          </a:prstGeom>
        </p:spPr>
      </p:pic>
      <p:sp>
        <p:nvSpPr>
          <p:cNvPr id="32" name="Tech 6 title"/>
          <p:cNvSpPr txBox="1"/>
          <p:nvPr/>
        </p:nvSpPr>
        <p:spPr>
          <a:xfrm>
            <a:off x="9125712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time.sleep()</a:t>
            </a:r>
            <a:endParaRPr lang="en-US" sz="1800" dirty="0"/>
          </a:p>
        </p:txBody>
      </p:sp>
      <p:sp>
        <p:nvSpPr>
          <p:cNvPr id="33" name="Tech 6 text"/>
          <p:cNvSpPr txBox="1"/>
          <p:nvPr/>
        </p:nvSpPr>
        <p:spPr>
          <a:xfrm>
            <a:off x="8302752" y="5212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Pauses 3 seconds between requests.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Pipeline architecture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From live web pages to a CSV file in six steps</a:t>
            </a:r>
            <a:endParaRPr lang="en-US" sz="1600" dirty="0"/>
          </a:p>
        </p:txBody>
      </p:sp>
      <p:sp>
        <p:nvSpPr>
          <p:cNvPr id="4" name="Step 1 card"/>
          <p:cNvSpPr/>
          <p:nvPr/>
        </p:nvSpPr>
        <p:spPr>
          <a:xfrm>
            <a:off x="548640" y="2103120"/>
            <a:ext cx="32004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Step 1 icon circle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ep 1 icon" descr="Step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504542"/>
            <a:ext cx="294437" cy="294437"/>
          </a:xfrm>
          <a:prstGeom prst="rect">
            <a:avLst/>
          </a:prstGeom>
        </p:spPr>
      </p:pic>
      <p:sp>
        <p:nvSpPr>
          <p:cNvPr id="7" name="Step 1 title"/>
          <p:cNvSpPr txBox="1"/>
          <p:nvPr/>
        </p:nvSpPr>
        <p:spPr>
          <a:xfrm>
            <a:off x="160020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 pages</a:t>
            </a:r>
            <a:endParaRPr lang="en-US" sz="1800" dirty="0"/>
          </a:p>
        </p:txBody>
      </p:sp>
      <p:sp>
        <p:nvSpPr>
          <p:cNvPr id="8" name="Step 1 text"/>
          <p:cNvSpPr txBox="1"/>
          <p:nvPr/>
        </p:nvSpPr>
        <p:spPr>
          <a:xfrm>
            <a:off x="77724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Loop the page index 1 to 140 over the ev-database.org URL.</a:t>
            </a:r>
            <a:endParaRPr lang="en-US" sz="1400" dirty="0"/>
          </a:p>
        </p:txBody>
      </p:sp>
      <p:sp>
        <p:nvSpPr>
          <p:cNvPr id="9" name="Step number 1"/>
          <p:cNvSpPr txBox="1"/>
          <p:nvPr/>
        </p:nvSpPr>
        <p:spPr>
          <a:xfrm>
            <a:off x="3063240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10" name="Arrow 1"/>
          <p:cNvSpPr/>
          <p:nvPr/>
        </p:nvSpPr>
        <p:spPr>
          <a:xfrm>
            <a:off x="3931920" y="2834640"/>
            <a:ext cx="384048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Step 2 card"/>
          <p:cNvSpPr/>
          <p:nvPr/>
        </p:nvSpPr>
        <p:spPr>
          <a:xfrm>
            <a:off x="4494276" y="2103120"/>
            <a:ext cx="32004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Step 2 icon circle"/>
          <p:cNvSpPr/>
          <p:nvPr/>
        </p:nvSpPr>
        <p:spPr>
          <a:xfrm>
            <a:off x="4722876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tep 2 icon" descr="Step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8" y="2504542"/>
            <a:ext cx="294437" cy="294437"/>
          </a:xfrm>
          <a:prstGeom prst="rect">
            <a:avLst/>
          </a:prstGeom>
        </p:spPr>
      </p:pic>
      <p:sp>
        <p:nvSpPr>
          <p:cNvPr id="14" name="Step 2 title"/>
          <p:cNvSpPr txBox="1"/>
          <p:nvPr/>
        </p:nvSpPr>
        <p:spPr>
          <a:xfrm>
            <a:off x="5545836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HTTP request</a:t>
            </a:r>
            <a:endParaRPr lang="en-US" sz="1800" dirty="0"/>
          </a:p>
        </p:txBody>
      </p:sp>
      <p:sp>
        <p:nvSpPr>
          <p:cNvPr id="15" name="Step 2 text"/>
          <p:cNvSpPr txBox="1"/>
          <p:nvPr/>
        </p:nvSpPr>
        <p:spPr>
          <a:xfrm>
            <a:off x="4722876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requests.get() sends a custom header with a browser-style user_agent.</a:t>
            </a:r>
            <a:endParaRPr lang="en-US" sz="1400" dirty="0"/>
          </a:p>
        </p:txBody>
      </p:sp>
      <p:sp>
        <p:nvSpPr>
          <p:cNvPr id="16" name="Step number 2"/>
          <p:cNvSpPr txBox="1"/>
          <p:nvPr/>
        </p:nvSpPr>
        <p:spPr>
          <a:xfrm>
            <a:off x="7008876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17" name="Arrow 2"/>
          <p:cNvSpPr/>
          <p:nvPr/>
        </p:nvSpPr>
        <p:spPr>
          <a:xfrm>
            <a:off x="7877556" y="2834640"/>
            <a:ext cx="384048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ep 3 card"/>
          <p:cNvSpPr/>
          <p:nvPr/>
        </p:nvSpPr>
        <p:spPr>
          <a:xfrm>
            <a:off x="8439912" y="2103120"/>
            <a:ext cx="32004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Step 3 icon circle"/>
          <p:cNvSpPr/>
          <p:nvPr/>
        </p:nvSpPr>
        <p:spPr>
          <a:xfrm>
            <a:off x="8668512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ep 3 icon" descr="Step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334" y="2504542"/>
            <a:ext cx="294437" cy="294437"/>
          </a:xfrm>
          <a:prstGeom prst="rect">
            <a:avLst/>
          </a:prstGeom>
        </p:spPr>
      </p:pic>
      <p:sp>
        <p:nvSpPr>
          <p:cNvPr id="21" name="Step 3 title"/>
          <p:cNvSpPr txBox="1"/>
          <p:nvPr/>
        </p:nvSpPr>
        <p:spPr>
          <a:xfrm>
            <a:off x="9491472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 HTML</a:t>
            </a:r>
            <a:endParaRPr lang="en-US" sz="1800" dirty="0"/>
          </a:p>
        </p:txBody>
      </p:sp>
      <p:sp>
        <p:nvSpPr>
          <p:cNvPr id="22" name="Step 3 text"/>
          <p:cNvSpPr txBox="1"/>
          <p:nvPr/>
        </p:nvSpPr>
        <p:spPr>
          <a:xfrm>
            <a:off x="8668512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BeautifulSoup finds every item-data box on the page.</a:t>
            </a:r>
            <a:endParaRPr lang="en-US" sz="1400" dirty="0"/>
          </a:p>
        </p:txBody>
      </p:sp>
      <p:sp>
        <p:nvSpPr>
          <p:cNvPr id="23" name="Step number 3"/>
          <p:cNvSpPr txBox="1"/>
          <p:nvPr/>
        </p:nvSpPr>
        <p:spPr>
          <a:xfrm>
            <a:off x="10954512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24" name="Step 4 card"/>
          <p:cNvSpPr/>
          <p:nvPr/>
        </p:nvSpPr>
        <p:spPr>
          <a:xfrm>
            <a:off x="548640" y="4206240"/>
            <a:ext cx="32004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5" name="Step 4 icon circle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Step 4 icon" descr="Step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2" y="4607662"/>
            <a:ext cx="294437" cy="294437"/>
          </a:xfrm>
          <a:prstGeom prst="rect">
            <a:avLst/>
          </a:prstGeom>
        </p:spPr>
      </p:pic>
      <p:sp>
        <p:nvSpPr>
          <p:cNvPr id="27" name="Step 4 title"/>
          <p:cNvSpPr txBox="1"/>
          <p:nvPr/>
        </p:nvSpPr>
        <p:spPr>
          <a:xfrm>
            <a:off x="1600200" y="4434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Extract fields</a:t>
            </a:r>
            <a:endParaRPr lang="en-US" sz="1800" dirty="0"/>
          </a:p>
        </p:txBody>
      </p:sp>
      <p:sp>
        <p:nvSpPr>
          <p:cNvPr id="28" name="Step 4 text"/>
          <p:cNvSpPr txBox="1"/>
          <p:nvPr/>
        </p:nvSpPr>
        <p:spPr>
          <a:xfrm>
            <a:off x="777240" y="5212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12 fields per box, or NaN if a tag is missing.</a:t>
            </a:r>
            <a:endParaRPr lang="en-US" sz="1400" dirty="0"/>
          </a:p>
        </p:txBody>
      </p:sp>
      <p:sp>
        <p:nvSpPr>
          <p:cNvPr id="29" name="Step number 4"/>
          <p:cNvSpPr txBox="1"/>
          <p:nvPr/>
        </p:nvSpPr>
        <p:spPr>
          <a:xfrm>
            <a:off x="3063240" y="4434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</a:t>
            </a:r>
            <a:endParaRPr lang="en-US" sz="2800" dirty="0"/>
          </a:p>
        </p:txBody>
      </p:sp>
      <p:sp>
        <p:nvSpPr>
          <p:cNvPr id="30" name="Arrow 4"/>
          <p:cNvSpPr/>
          <p:nvPr/>
        </p:nvSpPr>
        <p:spPr>
          <a:xfrm>
            <a:off x="3931920" y="4937760"/>
            <a:ext cx="384048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1" name="Step 5 card"/>
          <p:cNvSpPr/>
          <p:nvPr/>
        </p:nvSpPr>
        <p:spPr>
          <a:xfrm>
            <a:off x="4494276" y="4206240"/>
            <a:ext cx="32004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2" name="Step 5 icon circle"/>
          <p:cNvSpPr/>
          <p:nvPr/>
        </p:nvSpPr>
        <p:spPr>
          <a:xfrm>
            <a:off x="4722876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Step 5 icon" descr="Step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698" y="4607662"/>
            <a:ext cx="294437" cy="294437"/>
          </a:xfrm>
          <a:prstGeom prst="rect">
            <a:avLst/>
          </a:prstGeom>
        </p:spPr>
      </p:pic>
      <p:sp>
        <p:nvSpPr>
          <p:cNvPr id="34" name="Step 5 title"/>
          <p:cNvSpPr txBox="1"/>
          <p:nvPr/>
        </p:nvSpPr>
        <p:spPr>
          <a:xfrm>
            <a:off x="5545836" y="4434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table</a:t>
            </a:r>
            <a:endParaRPr lang="en-US" sz="1800" dirty="0"/>
          </a:p>
        </p:txBody>
      </p:sp>
      <p:sp>
        <p:nvSpPr>
          <p:cNvPr id="35" name="Step 5 text"/>
          <p:cNvSpPr txBox="1"/>
          <p:nvPr/>
        </p:nvSpPr>
        <p:spPr>
          <a:xfrm>
            <a:off x="4722876" y="5212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parallel lists become one Pandas table.</a:t>
            </a:r>
            <a:endParaRPr lang="en-US" sz="1400" dirty="0"/>
          </a:p>
        </p:txBody>
      </p:sp>
      <p:sp>
        <p:nvSpPr>
          <p:cNvPr id="36" name="Step number 5"/>
          <p:cNvSpPr txBox="1"/>
          <p:nvPr/>
        </p:nvSpPr>
        <p:spPr>
          <a:xfrm>
            <a:off x="7008876" y="4434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</a:t>
            </a:r>
            <a:endParaRPr lang="en-US" sz="2800" dirty="0"/>
          </a:p>
        </p:txBody>
      </p:sp>
      <p:sp>
        <p:nvSpPr>
          <p:cNvPr id="37" name="Arrow 5"/>
          <p:cNvSpPr/>
          <p:nvPr/>
        </p:nvSpPr>
        <p:spPr>
          <a:xfrm>
            <a:off x="7877556" y="4937760"/>
            <a:ext cx="384048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8" name="Step 6 card"/>
          <p:cNvSpPr/>
          <p:nvPr/>
        </p:nvSpPr>
        <p:spPr>
          <a:xfrm>
            <a:off x="8439912" y="4206240"/>
            <a:ext cx="32004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9" name="Step 6 icon circle"/>
          <p:cNvSpPr/>
          <p:nvPr/>
        </p:nvSpPr>
        <p:spPr>
          <a:xfrm>
            <a:off x="8668512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Step 6 icon" descr="Step 6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334" y="4607662"/>
            <a:ext cx="294437" cy="294437"/>
          </a:xfrm>
          <a:prstGeom prst="rect">
            <a:avLst/>
          </a:prstGeom>
        </p:spPr>
      </p:pic>
      <p:sp>
        <p:nvSpPr>
          <p:cNvPr id="41" name="Step 6 title"/>
          <p:cNvSpPr txBox="1"/>
          <p:nvPr/>
        </p:nvSpPr>
        <p:spPr>
          <a:xfrm>
            <a:off x="9491472" y="4434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Export CSV</a:t>
            </a:r>
            <a:endParaRPr lang="en-US" sz="1800" dirty="0"/>
          </a:p>
        </p:txBody>
      </p:sp>
      <p:sp>
        <p:nvSpPr>
          <p:cNvPr id="42" name="Step 6 text"/>
          <p:cNvSpPr txBox="1"/>
          <p:nvPr/>
        </p:nvSpPr>
        <p:spPr>
          <a:xfrm>
            <a:off x="8668512" y="5212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df.to_csv() saves EV_EXTRACTED.csv.</a:t>
            </a:r>
            <a:endParaRPr lang="en-US" sz="1400" dirty="0"/>
          </a:p>
        </p:txBody>
      </p:sp>
      <p:sp>
        <p:nvSpPr>
          <p:cNvPr id="43" name="Step number 6"/>
          <p:cNvSpPr txBox="1"/>
          <p:nvPr/>
        </p:nvSpPr>
        <p:spPr>
          <a:xfrm>
            <a:off x="10954512" y="4434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Code walkthrough 1: setup and page loop</a:t>
            </a:r>
            <a:endParaRPr lang="en-US" sz="3400" dirty="0"/>
          </a:p>
        </p:txBody>
      </p:sp>
      <p:pic>
        <p:nvPicPr>
          <p:cNvPr id="3" name="Code screenshot 1" descr="Screenshot of module.py code, part 1 of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935771" cy="4114800"/>
          </a:xfrm>
          <a:prstGeom prst="rect">
            <a:avLst/>
          </a:prstGeom>
        </p:spPr>
      </p:pic>
      <p:sp>
        <p:nvSpPr>
          <p:cNvPr id="4" name="Code screenshot frame 1"/>
          <p:cNvSpPr/>
          <p:nvPr/>
        </p:nvSpPr>
        <p:spPr>
          <a:xfrm>
            <a:off x="548640" y="2103120"/>
            <a:ext cx="6935771" cy="4114800"/>
          </a:xfrm>
          <a:prstGeom prst="rect">
            <a:avLst/>
          </a:prstGeom>
          <a:ln w="9525">
            <a:solidFill>
              <a:srgbClr val="5F5F5F"/>
            </a:solidFill>
            <a:prstDash val="solid"/>
          </a:ln>
        </p:spPr>
      </p:sp>
      <p:sp>
        <p:nvSpPr>
          <p:cNvPr id="5" name="Explanation card 1"/>
          <p:cNvSpPr/>
          <p:nvPr/>
        </p:nvSpPr>
        <p:spPr>
          <a:xfrm>
            <a:off x="7850171" y="2103120"/>
            <a:ext cx="3790141" cy="4114800"/>
          </a:xfrm>
          <a:prstGeom prst="roundRect">
            <a:avLst>
              <a:gd name="adj" fmla="val 2895"/>
            </a:avLst>
          </a:prstGeom>
          <a:solidFill>
            <a:schemeClr val="bg2"/>
          </a:solidFill>
          <a:ln/>
        </p:spPr>
      </p:sp>
      <p:sp>
        <p:nvSpPr>
          <p:cNvPr id="6" name="Explanation heading 1"/>
          <p:cNvSpPr txBox="1"/>
          <p:nvPr/>
        </p:nvSpPr>
        <p:spPr>
          <a:xfrm>
            <a:off x="8078771" y="2240280"/>
            <a:ext cx="33329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this code does</a:t>
            </a:r>
            <a:endParaRPr lang="en-US" sz="2000" dirty="0"/>
          </a:p>
        </p:txBody>
      </p:sp>
      <p:sp>
        <p:nvSpPr>
          <p:cNvPr id="7" name="Explanation list 1"/>
          <p:cNvSpPr txBox="1"/>
          <p:nvPr/>
        </p:nvSpPr>
        <p:spPr>
          <a:xfrm>
            <a:off x="8078771" y="2788920"/>
            <a:ext cx="33329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Imports and the scraping class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 header dictionary with a browser-style user_agent string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12 empty lists, one per CSV column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i in range(1, 141) loops over 140 pages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BeautifulSoup finds every div.item-data box</a:t>
            </a:r>
            <a:endParaRPr lang="en-US" sz="160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Code walkthrough 2: extracting fields</a:t>
            </a:r>
            <a:endParaRPr lang="en-US" sz="3400" dirty="0"/>
          </a:p>
        </p:txBody>
      </p:sp>
      <p:pic>
        <p:nvPicPr>
          <p:cNvPr id="3" name="Code screenshot 2" descr="Screenshot of module.py code, part 2 of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998487" cy="4114800"/>
          </a:xfrm>
          <a:prstGeom prst="rect">
            <a:avLst/>
          </a:prstGeom>
        </p:spPr>
      </p:pic>
      <p:sp>
        <p:nvSpPr>
          <p:cNvPr id="4" name="Code screenshot frame 2"/>
          <p:cNvSpPr/>
          <p:nvPr/>
        </p:nvSpPr>
        <p:spPr>
          <a:xfrm>
            <a:off x="548640" y="2103120"/>
            <a:ext cx="6998487" cy="4114800"/>
          </a:xfrm>
          <a:prstGeom prst="rect">
            <a:avLst/>
          </a:prstGeom>
          <a:ln w="9525">
            <a:solidFill>
              <a:srgbClr val="5F5F5F"/>
            </a:solidFill>
            <a:prstDash val="solid"/>
          </a:ln>
        </p:spPr>
      </p:sp>
      <p:sp>
        <p:nvSpPr>
          <p:cNvPr id="5" name="Explanation card 2"/>
          <p:cNvSpPr/>
          <p:nvPr/>
        </p:nvSpPr>
        <p:spPr>
          <a:xfrm>
            <a:off x="7912887" y="2103120"/>
            <a:ext cx="3727425" cy="4114800"/>
          </a:xfrm>
          <a:prstGeom prst="roundRect">
            <a:avLst>
              <a:gd name="adj" fmla="val 2944"/>
            </a:avLst>
          </a:prstGeom>
          <a:solidFill>
            <a:schemeClr val="bg2"/>
          </a:solidFill>
          <a:ln/>
        </p:spPr>
      </p:sp>
      <p:sp>
        <p:nvSpPr>
          <p:cNvPr id="6" name="Explanation heading 2"/>
          <p:cNvSpPr txBox="1"/>
          <p:nvPr/>
        </p:nvSpPr>
        <p:spPr>
          <a:xfrm>
            <a:off x="8141487" y="2240280"/>
            <a:ext cx="32702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this code does</a:t>
            </a:r>
            <a:endParaRPr lang="en-US" sz="2000" dirty="0"/>
          </a:p>
        </p:txBody>
      </p:sp>
      <p:sp>
        <p:nvSpPr>
          <p:cNvPr id="7" name="Explanation list 2"/>
          <p:cNvSpPr txBox="1"/>
          <p:nvPr/>
        </p:nvSpPr>
        <p:spPr>
          <a:xfrm>
            <a:off x="8141487" y="2788920"/>
            <a:ext cx="327022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box holds the data of one car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box.find() looks up one tag per field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Tags such as a.title and span.erange_real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append() saves the text, or np.nan if the tag is missing</a:t>
            </a:r>
            <a:endParaRPr lang="en-US" sz="160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Code walkthrough 3: build the DataFrame</a:t>
            </a:r>
            <a:endParaRPr lang="en-US" sz="3400" dirty="0"/>
          </a:p>
        </p:txBody>
      </p:sp>
      <p:pic>
        <p:nvPicPr>
          <p:cNvPr id="3" name="Code screenshot 3" descr="Screenshot of module.py code, part 3 of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7589520" cy="3319663"/>
          </a:xfrm>
          <a:prstGeom prst="rect">
            <a:avLst/>
          </a:prstGeom>
        </p:spPr>
      </p:pic>
      <p:sp>
        <p:nvSpPr>
          <p:cNvPr id="4" name="Code screenshot frame 3"/>
          <p:cNvSpPr/>
          <p:nvPr/>
        </p:nvSpPr>
        <p:spPr>
          <a:xfrm>
            <a:off x="548640" y="2103120"/>
            <a:ext cx="7589520" cy="3319663"/>
          </a:xfrm>
          <a:prstGeom prst="rect">
            <a:avLst/>
          </a:prstGeom>
          <a:ln w="9525">
            <a:solidFill>
              <a:srgbClr val="5F5F5F"/>
            </a:solidFill>
            <a:prstDash val="solid"/>
          </a:ln>
        </p:spPr>
      </p:sp>
      <p:sp>
        <p:nvSpPr>
          <p:cNvPr id="5" name="Explanation card 3"/>
          <p:cNvSpPr/>
          <p:nvPr/>
        </p:nvSpPr>
        <p:spPr>
          <a:xfrm>
            <a:off x="8503920" y="2103120"/>
            <a:ext cx="3136392" cy="3319663"/>
          </a:xfrm>
          <a:prstGeom prst="roundRect">
            <a:avLst>
              <a:gd name="adj" fmla="val 3499"/>
            </a:avLst>
          </a:prstGeom>
          <a:solidFill>
            <a:schemeClr val="bg2"/>
          </a:solidFill>
          <a:ln/>
        </p:spPr>
      </p:sp>
      <p:sp>
        <p:nvSpPr>
          <p:cNvPr id="6" name="Explanation heading 3"/>
          <p:cNvSpPr txBox="1"/>
          <p:nvPr/>
        </p:nvSpPr>
        <p:spPr>
          <a:xfrm>
            <a:off x="8732520" y="224028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this code does</a:t>
            </a:r>
            <a:endParaRPr lang="en-US" sz="2000" dirty="0"/>
          </a:p>
        </p:txBody>
      </p:sp>
      <p:sp>
        <p:nvSpPr>
          <p:cNvPr id="7" name="Explanation list 3"/>
          <p:cNvSpPr txBox="1"/>
          <p:nvPr/>
        </p:nvSpPr>
        <p:spPr>
          <a:xfrm>
            <a:off x="8732520" y="2788920"/>
            <a:ext cx="2679192" cy="2496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time.sleep(3) pauses 3 seconds between pages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Prints how long each page took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12 lists become one Pandas DataFrame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return df hands the table back to run.py</a:t>
            </a:r>
            <a:endParaRPr lang="en-US" sz="1600" dirty="0"/>
          </a:p>
        </p:txBody>
      </p:sp>
      <p:sp>
        <p:nvSpPr>
          <p:cNvPr id="8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Field extraction map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Each listing is a div.item-data box; one HTML tag feeds each CSV column</a:t>
            </a:r>
            <a:endParaRPr lang="en-US" sz="1600" dirty="0"/>
          </a:p>
        </p:txBody>
      </p:sp>
      <p:graphicFrame>
        <p:nvGraphicFramePr>
          <p:cNvPr id="10" name="Field m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  <a:gridCol w="350215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CSV column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HTML selector (tag.class)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Example value (first row)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a.title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MG MG4 Electric 64 kWh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Price_in_euro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span.pricesort hidden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37255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Range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span.erange_real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360 km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Efficiency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span.efficiency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171 Wh/km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span.weight_p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1726 kg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Aceleration_time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span.acceleration_p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7.9 sec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Stop_range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span.long_distance_total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405 km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Battery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span.battery_p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61.7 kWh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Fastcharge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span.fastcharge_speed_print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115 kW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Towing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span.towweight_p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500 kg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Cargo_volume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span.cargo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363 L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Price_range_per_km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span.priceperrange hidden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Execution and output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Run run.py once and the CSV is saved</a:t>
            </a:r>
            <a:endParaRPr lang="en-US" sz="1600" dirty="0"/>
          </a:p>
        </p:txBody>
      </p:sp>
      <p:sp>
        <p:nvSpPr>
          <p:cNvPr id="4" name="run.py card"/>
          <p:cNvSpPr/>
          <p:nvPr/>
        </p:nvSpPr>
        <p:spPr>
          <a:xfrm>
            <a:off x="548640" y="21031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5" name="run.py label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1400" dirty="0"/>
          </a:p>
        </p:txBody>
      </p:sp>
      <p:sp>
        <p:nvSpPr>
          <p:cNvPr id="6" name="run.py code"/>
          <p:cNvSpPr txBox="1"/>
          <p:nvPr/>
        </p:nvSpPr>
        <p:spPr>
          <a:xfrm>
            <a:off x="822960" y="265176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module import scraping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= scraping()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obj.response()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df.to_csv("EV_EXTRACTED.csv",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index=False)</a:t>
            </a:r>
            <a:endParaRPr lang="en-US" sz="1300" dirty="0"/>
          </a:p>
        </p:txBody>
      </p:sp>
      <p:sp>
        <p:nvSpPr>
          <p:cNvPr id="7" name="Runtime card"/>
          <p:cNvSpPr/>
          <p:nvPr/>
        </p:nvSpPr>
        <p:spPr>
          <a:xfrm>
            <a:off x="548640" y="4480560"/>
            <a:ext cx="54864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Runtime value"/>
          <p:cNvSpPr txBox="1"/>
          <p:nvPr/>
        </p:nvSpPr>
        <p:spPr>
          <a:xfrm>
            <a:off x="777240" y="4663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≈ 7 min</a:t>
            </a:r>
            <a:endParaRPr lang="en-US" sz="3600" dirty="0"/>
          </a:p>
        </p:txBody>
      </p:sp>
      <p:sp>
        <p:nvSpPr>
          <p:cNvPr id="9" name="Runtime label"/>
          <p:cNvSpPr txBox="1"/>
          <p:nvPr/>
        </p:nvSpPr>
        <p:spPr>
          <a:xfrm>
            <a:off x="777240" y="5532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waiting only: 140 pages × 3 sec pause = 420 sec, plus the time for each request</a:t>
            </a:r>
            <a:endParaRPr lang="en-US" sz="1400" dirty="0"/>
          </a:p>
        </p:txBody>
      </p:sp>
      <p:pic>
        <p:nvPicPr>
          <p:cNvPr id="10" name="Excel screenshot" descr="Screenshot of EV_EXTRACTED.csv opened in Exc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03120"/>
            <a:ext cx="5330952" cy="3535263"/>
          </a:xfrm>
          <a:prstGeom prst="rect">
            <a:avLst/>
          </a:prstGeom>
        </p:spPr>
      </p:pic>
      <p:sp>
        <p:nvSpPr>
          <p:cNvPr id="11" name="Excel screenshot frame"/>
          <p:cNvSpPr/>
          <p:nvPr/>
        </p:nvSpPr>
        <p:spPr>
          <a:xfrm>
            <a:off x="6309360" y="2103120"/>
            <a:ext cx="5330952" cy="3535263"/>
          </a:xfrm>
          <a:prstGeom prst="rect">
            <a:avLst/>
          </a:prstGeom>
          <a:ln w="9525">
            <a:solidFill>
              <a:srgbClr val="5F5F5F"/>
            </a:solidFill>
            <a:prstDash val="solid"/>
          </a:ln>
        </p:spPr>
      </p:sp>
      <p:sp>
        <p:nvSpPr>
          <p:cNvPr id="12" name="Excel caption"/>
          <p:cNvSpPr txBox="1"/>
          <p:nvPr/>
        </p:nvSpPr>
        <p:spPr>
          <a:xfrm>
            <a:off x="6309360" y="5775543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EV_EXTRACTED.csv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in Excel: 169,960 rows × 12 columns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 snapshot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the scraper collects across 140 pages</a:t>
            </a:r>
            <a:endParaRPr lang="en-US" sz="1600" dirty="0"/>
          </a:p>
        </p:txBody>
      </p:sp>
      <p:sp>
        <p:nvSpPr>
          <p:cNvPr id="4" name="Snapshot 1 card"/>
          <p:cNvSpPr/>
          <p:nvPr/>
        </p:nvSpPr>
        <p:spPr>
          <a:xfrm>
            <a:off x="548640" y="21031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napshot 1 value"/>
          <p:cNvSpPr txBox="1"/>
          <p:nvPr/>
        </p:nvSpPr>
        <p:spPr>
          <a:xfrm>
            <a:off x="777240" y="2286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169,960</a:t>
            </a:r>
            <a:endParaRPr lang="en-US" sz="4400" dirty="0"/>
          </a:p>
        </p:txBody>
      </p:sp>
      <p:sp>
        <p:nvSpPr>
          <p:cNvPr id="6" name="Snapshot 1 label"/>
          <p:cNvSpPr txBox="1"/>
          <p:nvPr/>
        </p:nvSpPr>
        <p:spPr>
          <a:xfrm>
            <a:off x="77724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rows scraped (140 pages)</a:t>
            </a:r>
            <a:endParaRPr lang="en-US" sz="1400" dirty="0"/>
          </a:p>
        </p:txBody>
      </p:sp>
      <p:sp>
        <p:nvSpPr>
          <p:cNvPr id="7" name="Snapshot 2 card"/>
          <p:cNvSpPr/>
          <p:nvPr/>
        </p:nvSpPr>
        <p:spPr>
          <a:xfrm>
            <a:off x="3376879" y="21031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8" name="Snapshot 2 value"/>
          <p:cNvSpPr txBox="1"/>
          <p:nvPr/>
        </p:nvSpPr>
        <p:spPr>
          <a:xfrm>
            <a:off x="3605479" y="2286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1,214</a:t>
            </a:r>
            <a:endParaRPr lang="en-US" sz="4400" dirty="0"/>
          </a:p>
        </p:txBody>
      </p:sp>
      <p:sp>
        <p:nvSpPr>
          <p:cNvPr id="9" name="Snapshot 2 label"/>
          <p:cNvSpPr txBox="1"/>
          <p:nvPr/>
        </p:nvSpPr>
        <p:spPr>
          <a:xfrm>
            <a:off x="3605479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unique rows after removing duplicates</a:t>
            </a:r>
            <a:endParaRPr lang="en-US" sz="1400" dirty="0"/>
          </a:p>
        </p:txBody>
      </p:sp>
      <p:sp>
        <p:nvSpPr>
          <p:cNvPr id="10" name="Snapshot 3 card"/>
          <p:cNvSpPr/>
          <p:nvPr/>
        </p:nvSpPr>
        <p:spPr>
          <a:xfrm>
            <a:off x="6205118" y="21031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Snapshot 3 value"/>
          <p:cNvSpPr txBox="1"/>
          <p:nvPr/>
        </p:nvSpPr>
        <p:spPr>
          <a:xfrm>
            <a:off x="6433718" y="2286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74</a:t>
            </a:r>
            <a:endParaRPr lang="en-US" sz="4400" dirty="0"/>
          </a:p>
        </p:txBody>
      </p:sp>
      <p:sp>
        <p:nvSpPr>
          <p:cNvPr id="12" name="Snapshot 3 label"/>
          <p:cNvSpPr txBox="1"/>
          <p:nvPr/>
        </p:nvSpPr>
        <p:spPr>
          <a:xfrm>
            <a:off x="6433718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 brands</a:t>
            </a:r>
            <a:endParaRPr lang="en-US" sz="1400" dirty="0"/>
          </a:p>
        </p:txBody>
      </p:sp>
      <p:sp>
        <p:nvSpPr>
          <p:cNvPr id="13" name="Snapshot 4 card"/>
          <p:cNvSpPr/>
          <p:nvPr/>
        </p:nvSpPr>
        <p:spPr>
          <a:xfrm>
            <a:off x="9033358" y="210312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Snapshot 4 value"/>
          <p:cNvSpPr txBox="1"/>
          <p:nvPr/>
        </p:nvSpPr>
        <p:spPr>
          <a:xfrm>
            <a:off x="9261958" y="2286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12</a:t>
            </a:r>
            <a:endParaRPr lang="en-US" sz="4400" dirty="0"/>
          </a:p>
        </p:txBody>
      </p:sp>
      <p:sp>
        <p:nvSpPr>
          <p:cNvPr id="15" name="Snapshot 4 label"/>
          <p:cNvSpPr txBox="1"/>
          <p:nvPr/>
        </p:nvSpPr>
        <p:spPr>
          <a:xfrm>
            <a:off x="9261958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columns of data</a:t>
            </a:r>
            <a:endParaRPr lang="en-US" sz="1400" dirty="0"/>
          </a:p>
        </p:txBody>
      </p:sp>
      <p:sp>
        <p:nvSpPr>
          <p:cNvPr id="17" name="Duplicate callout"/>
          <p:cNvSpPr/>
          <p:nvPr/>
        </p:nvSpPr>
        <p:spPr>
          <a:xfrm>
            <a:off x="548640" y="4434840"/>
            <a:ext cx="11091672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18" name="Duplicate callout text"/>
          <p:cNvSpPr txBox="1"/>
          <p:nvPr/>
        </p:nvSpPr>
        <p:spPr>
          <a:xfrm>
            <a:off x="822960" y="452628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1,214 unique listings × 140 page loops = 169,960 rows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All 140 loops return the same listing, so 168,746 rows are repeats and need removing before analysis.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metrics at a glance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Averages and extremes across the 1,214 unique listings</a:t>
            </a:r>
            <a:endParaRPr lang="en-US" sz="1600" dirty="0"/>
          </a:p>
        </p:txBody>
      </p:sp>
      <p:sp>
        <p:nvSpPr>
          <p:cNvPr id="4" name="Metric 1 card"/>
          <p:cNvSpPr/>
          <p:nvPr/>
        </p:nvSpPr>
        <p:spPr>
          <a:xfrm>
            <a:off x="54864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Metric 1 value"/>
          <p:cNvSpPr txBox="1"/>
          <p:nvPr/>
        </p:nvSpPr>
        <p:spPr>
          <a:xfrm>
            <a:off x="77724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€65,403</a:t>
            </a:r>
            <a:endParaRPr lang="en-US" sz="4000" dirty="0"/>
          </a:p>
        </p:txBody>
      </p:sp>
      <p:sp>
        <p:nvSpPr>
          <p:cNvPr id="6" name="Metric 1 label"/>
          <p:cNvSpPr txBox="1"/>
          <p:nvPr/>
        </p:nvSpPr>
        <p:spPr>
          <a:xfrm>
            <a:off x="77724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listed price</a:t>
            </a:r>
            <a:endParaRPr lang="en-US" sz="1400" dirty="0"/>
          </a:p>
        </p:txBody>
      </p:sp>
      <p:sp>
        <p:nvSpPr>
          <p:cNvPr id="7" name="Metric 2 card"/>
          <p:cNvSpPr/>
          <p:nvPr/>
        </p:nvSpPr>
        <p:spPr>
          <a:xfrm>
            <a:off x="4311396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Metric 2 value"/>
          <p:cNvSpPr txBox="1"/>
          <p:nvPr/>
        </p:nvSpPr>
        <p:spPr>
          <a:xfrm>
            <a:off x="4539996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376 km</a:t>
            </a:r>
            <a:endParaRPr lang="en-US" sz="4000" dirty="0"/>
          </a:p>
        </p:txBody>
      </p:sp>
      <p:sp>
        <p:nvSpPr>
          <p:cNvPr id="9" name="Metric 2 label"/>
          <p:cNvSpPr txBox="1"/>
          <p:nvPr/>
        </p:nvSpPr>
        <p:spPr>
          <a:xfrm>
            <a:off x="4539996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real-world range</a:t>
            </a:r>
            <a:endParaRPr lang="en-US" sz="1400" dirty="0"/>
          </a:p>
        </p:txBody>
      </p:sp>
      <p:sp>
        <p:nvSpPr>
          <p:cNvPr id="10" name="Metric 3 card"/>
          <p:cNvSpPr/>
          <p:nvPr/>
        </p:nvSpPr>
        <p:spPr>
          <a:xfrm>
            <a:off x="8074152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1" name="Metric 3 value"/>
          <p:cNvSpPr txBox="1"/>
          <p:nvPr/>
        </p:nvSpPr>
        <p:spPr>
          <a:xfrm>
            <a:off x="8302752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€17,698</a:t>
            </a:r>
            <a:endParaRPr lang="en-US" sz="4000" dirty="0"/>
          </a:p>
        </p:txBody>
      </p:sp>
      <p:sp>
        <p:nvSpPr>
          <p:cNvPr id="12" name="Metric 3 label"/>
          <p:cNvSpPr txBox="1"/>
          <p:nvPr/>
        </p:nvSpPr>
        <p:spPr>
          <a:xfrm>
            <a:off x="8302752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cheapest: Dacia Spring Electric 45</a:t>
            </a:r>
            <a:endParaRPr lang="en-US" sz="1400" dirty="0"/>
          </a:p>
        </p:txBody>
      </p:sp>
      <p:sp>
        <p:nvSpPr>
          <p:cNvPr id="13" name="Metric 4 card"/>
          <p:cNvSpPr/>
          <p:nvPr/>
        </p:nvSpPr>
        <p:spPr>
          <a:xfrm>
            <a:off x="548640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Metric 4 value"/>
          <p:cNvSpPr txBox="1"/>
          <p:nvPr/>
        </p:nvSpPr>
        <p:spPr>
          <a:xfrm>
            <a:off x="777240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€384,930</a:t>
            </a:r>
            <a:endParaRPr lang="en-US" sz="4000" dirty="0"/>
          </a:p>
        </p:txBody>
      </p:sp>
      <p:sp>
        <p:nvSpPr>
          <p:cNvPr id="15" name="Metric 4 label"/>
          <p:cNvSpPr txBox="1"/>
          <p:nvPr/>
        </p:nvSpPr>
        <p:spPr>
          <a:xfrm>
            <a:off x="77724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priciest: Rolls-Royce Spectre</a:t>
            </a:r>
            <a:endParaRPr lang="en-US" sz="1400" dirty="0"/>
          </a:p>
        </p:txBody>
      </p:sp>
      <p:sp>
        <p:nvSpPr>
          <p:cNvPr id="16" name="Metric 5 card"/>
          <p:cNvSpPr/>
          <p:nvPr/>
        </p:nvSpPr>
        <p:spPr>
          <a:xfrm>
            <a:off x="4311396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7" name="Metric 5 value"/>
          <p:cNvSpPr txBox="1"/>
          <p:nvPr/>
        </p:nvSpPr>
        <p:spPr>
          <a:xfrm>
            <a:off x="4539996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720 km</a:t>
            </a:r>
            <a:endParaRPr lang="en-US" sz="4000" dirty="0"/>
          </a:p>
        </p:txBody>
      </p:sp>
      <p:sp>
        <p:nvSpPr>
          <p:cNvPr id="18" name="Metric 5 label"/>
          <p:cNvSpPr txBox="1"/>
          <p:nvPr/>
        </p:nvSpPr>
        <p:spPr>
          <a:xfrm>
            <a:off x="4539996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longest range: Lucid Air Grand Touring</a:t>
            </a:r>
            <a:endParaRPr lang="en-US" sz="1400" dirty="0"/>
          </a:p>
        </p:txBody>
      </p:sp>
      <p:sp>
        <p:nvSpPr>
          <p:cNvPr id="19" name="Metric 6 card"/>
          <p:cNvSpPr/>
          <p:nvPr/>
        </p:nvSpPr>
        <p:spPr>
          <a:xfrm>
            <a:off x="8074152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Metric 6 value"/>
          <p:cNvSpPr txBox="1"/>
          <p:nvPr/>
        </p:nvSpPr>
        <p:spPr>
          <a:xfrm>
            <a:off x="8302752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2.0 sec</a:t>
            </a:r>
            <a:endParaRPr lang="en-US" sz="4000" dirty="0"/>
          </a:p>
        </p:txBody>
      </p:sp>
      <p:sp>
        <p:nvSpPr>
          <p:cNvPr id="21" name="Metric 6 label"/>
          <p:cNvSpPr txBox="1"/>
          <p:nvPr/>
        </p:nvSpPr>
        <p:spPr>
          <a:xfrm>
            <a:off x="8302752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fastest 0–100 km/h: Lucid Air Sapphire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Top brands by listings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Unique model variants per manufacturer (top 10)</a:t>
            </a:r>
            <a:endParaRPr lang="en-US" sz="1600" dirty="0"/>
          </a:p>
        </p:txBody>
      </p:sp>
      <p:graphicFrame>
        <p:nvGraphicFramePr>
          <p:cNvPr id="4" name="Top brands chart" descr=""/>
          <p:cNvGraphicFramePr/>
          <p:nvPr/>
        </p:nvGraphicFramePr>
        <p:xfrm>
          <a:off x="548640" y="2011680"/>
          <a:ext cx="74980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eader card"/>
          <p:cNvSpPr/>
          <p:nvPr/>
        </p:nvSpPr>
        <p:spPr>
          <a:xfrm>
            <a:off x="8412480" y="2103120"/>
            <a:ext cx="3227832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Leader value"/>
          <p:cNvSpPr txBox="1"/>
          <p:nvPr/>
        </p:nvSpPr>
        <p:spPr>
          <a:xfrm>
            <a:off x="8641080" y="228600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114</a:t>
            </a:r>
            <a:endParaRPr lang="en-US" sz="4400" dirty="0"/>
          </a:p>
        </p:txBody>
      </p:sp>
      <p:sp>
        <p:nvSpPr>
          <p:cNvPr id="7" name="Leader label"/>
          <p:cNvSpPr txBox="1"/>
          <p:nvPr/>
        </p:nvSpPr>
        <p:spPr>
          <a:xfrm>
            <a:off x="8641080" y="31546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variants from Mercedes-Benz, the most of any brand</a:t>
            </a:r>
            <a:endParaRPr lang="en-US" sz="1400" dirty="0"/>
          </a:p>
        </p:txBody>
      </p:sp>
      <p:sp>
        <p:nvSpPr>
          <p:cNvPr id="8" name="Top 10 share card"/>
          <p:cNvSpPr/>
          <p:nvPr/>
        </p:nvSpPr>
        <p:spPr>
          <a:xfrm>
            <a:off x="8412480" y="4206240"/>
            <a:ext cx="3227832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Top 10 share value"/>
          <p:cNvSpPr txBox="1"/>
          <p:nvPr/>
        </p:nvSpPr>
        <p:spPr>
          <a:xfrm>
            <a:off x="8641080" y="438912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53%</a:t>
            </a:r>
            <a:endParaRPr lang="en-US" sz="4400" dirty="0"/>
          </a:p>
        </p:txBody>
      </p:sp>
      <p:sp>
        <p:nvSpPr>
          <p:cNvPr id="10" name="Top 10 share label"/>
          <p:cNvSpPr txBox="1"/>
          <p:nvPr/>
        </p:nvSpPr>
        <p:spPr>
          <a:xfrm>
            <a:off x="8641080" y="525780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listings come from just these 10 brands (641 of 1,214)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Price vs range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Each dot is one of the 1,214 unique listings</a:t>
            </a:r>
            <a:endParaRPr lang="en-US" sz="1600" dirty="0"/>
          </a:p>
        </p:txBody>
      </p:sp>
      <p:graphicFrame>
        <p:nvGraphicFramePr>
          <p:cNvPr id="4" name="Price vs range chart" descr=""/>
          <p:cNvGraphicFramePr/>
          <p:nvPr/>
        </p:nvGraphicFramePr>
        <p:xfrm>
          <a:off x="548640" y="2011680"/>
          <a:ext cx="74980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rr 1 card"/>
          <p:cNvSpPr/>
          <p:nvPr/>
        </p:nvSpPr>
        <p:spPr>
          <a:xfrm>
            <a:off x="8412480" y="2103120"/>
            <a:ext cx="322783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Corr 1 value"/>
          <p:cNvSpPr txBox="1"/>
          <p:nvPr/>
        </p:nvSpPr>
        <p:spPr>
          <a:xfrm>
            <a:off x="8641080" y="228600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7" name="Corr 1 label"/>
          <p:cNvSpPr txBox="1"/>
          <p:nvPr/>
        </p:nvSpPr>
        <p:spPr>
          <a:xfrm>
            <a:off x="8641080" y="3154680"/>
            <a:ext cx="2770632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Corr 2 card"/>
          <p:cNvSpPr/>
          <p:nvPr/>
        </p:nvSpPr>
        <p:spPr>
          <a:xfrm>
            <a:off x="8412480" y="3474720"/>
            <a:ext cx="322783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Corr 2 value"/>
          <p:cNvSpPr txBox="1"/>
          <p:nvPr/>
        </p:nvSpPr>
        <p:spPr>
          <a:xfrm>
            <a:off x="8641080" y="365760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10" name="Corr 2 label"/>
          <p:cNvSpPr txBox="1"/>
          <p:nvPr/>
        </p:nvSpPr>
        <p:spPr>
          <a:xfrm>
            <a:off x="8641080" y="4526280"/>
            <a:ext cx="2770632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1" name="Corr 3 card"/>
          <p:cNvSpPr/>
          <p:nvPr/>
        </p:nvSpPr>
        <p:spPr>
          <a:xfrm>
            <a:off x="8412480" y="4846320"/>
            <a:ext cx="322783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Corr 3 value"/>
          <p:cNvSpPr txBox="1"/>
          <p:nvPr/>
        </p:nvSpPr>
        <p:spPr>
          <a:xfrm>
            <a:off x="8641080" y="502920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13" name="Corr 3 label"/>
          <p:cNvSpPr txBox="1"/>
          <p:nvPr/>
        </p:nvSpPr>
        <p:spPr>
          <a:xfrm>
            <a:off x="8641080" y="5897880"/>
            <a:ext cx="2770632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Corr value 1"/>
          <p:cNvSpPr txBox="1"/>
          <p:nvPr/>
        </p:nvSpPr>
        <p:spPr>
          <a:xfrm>
            <a:off x="8595360" y="21945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+0.89</a:t>
            </a:r>
            <a:endParaRPr lang="en-US" sz="3000" dirty="0"/>
          </a:p>
        </p:txBody>
      </p:sp>
      <p:sp>
        <p:nvSpPr>
          <p:cNvPr id="15" name="Corr label 1"/>
          <p:cNvSpPr txBox="1"/>
          <p:nvPr/>
        </p:nvSpPr>
        <p:spPr>
          <a:xfrm>
            <a:off x="9966960" y="219456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battery size ↔ range: the strongest link</a:t>
            </a:r>
            <a:endParaRPr lang="en-US" sz="1200" dirty="0"/>
          </a:p>
        </p:txBody>
      </p:sp>
      <p:sp>
        <p:nvSpPr>
          <p:cNvPr id="16" name="Corr value 2"/>
          <p:cNvSpPr txBox="1"/>
          <p:nvPr/>
        </p:nvSpPr>
        <p:spPr>
          <a:xfrm>
            <a:off x="8595360" y="35661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+0.55</a:t>
            </a:r>
            <a:endParaRPr lang="en-US" sz="3000" dirty="0"/>
          </a:p>
        </p:txBody>
      </p:sp>
      <p:sp>
        <p:nvSpPr>
          <p:cNvPr id="17" name="Corr label 2"/>
          <p:cNvSpPr txBox="1"/>
          <p:nvPr/>
        </p:nvSpPr>
        <p:spPr>
          <a:xfrm>
            <a:off x="9966960" y="356616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price ↔ range: pricier EVs go further</a:t>
            </a:r>
            <a:endParaRPr lang="en-US" sz="1200" dirty="0"/>
          </a:p>
        </p:txBody>
      </p:sp>
      <p:sp>
        <p:nvSpPr>
          <p:cNvPr id="18" name="Corr value 3"/>
          <p:cNvSpPr txBox="1"/>
          <p:nvPr/>
        </p:nvSpPr>
        <p:spPr>
          <a:xfrm>
            <a:off x="8595360" y="493776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−0.56</a:t>
            </a:r>
            <a:endParaRPr lang="en-US" sz="3000" dirty="0"/>
          </a:p>
        </p:txBody>
      </p:sp>
      <p:sp>
        <p:nvSpPr>
          <p:cNvPr id="19" name="Corr label 3"/>
          <p:cNvSpPr txBox="1"/>
          <p:nvPr/>
        </p:nvSpPr>
        <p:spPr>
          <a:xfrm>
            <a:off x="9966960" y="493776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price ↔ 0–100 time: pricier EVs accelerate faster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Challenges and learnings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we found while checking the data</a:t>
            </a:r>
            <a:endParaRPr lang="en-US" sz="1600" dirty="0"/>
          </a:p>
        </p:txBody>
      </p:sp>
      <p:sp>
        <p:nvSpPr>
          <p:cNvPr id="4" name="Challenge 1 card"/>
          <p:cNvSpPr/>
          <p:nvPr/>
        </p:nvSpPr>
        <p:spPr>
          <a:xfrm>
            <a:off x="54864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Challenge 1 icon circle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hallenge 1 icon" descr="Challenge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504542"/>
            <a:ext cx="294437" cy="294437"/>
          </a:xfrm>
          <a:prstGeom prst="rect">
            <a:avLst/>
          </a:prstGeom>
        </p:spPr>
      </p:pic>
      <p:sp>
        <p:nvSpPr>
          <p:cNvPr id="7" name="Challenge 1 title"/>
          <p:cNvSpPr txBox="1"/>
          <p:nvPr/>
        </p:nvSpPr>
        <p:spPr>
          <a:xfrm>
            <a:off x="160020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Duplicate rows</a:t>
            </a:r>
            <a:endParaRPr lang="en-US" sz="1800" dirty="0"/>
          </a:p>
        </p:txBody>
      </p:sp>
      <p:sp>
        <p:nvSpPr>
          <p:cNvPr id="8" name="Challenge 1 text"/>
          <p:cNvSpPr txBox="1"/>
          <p:nvPr/>
        </p:nvSpPr>
        <p:spPr>
          <a:xfrm>
            <a:off x="77724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140 page loops fetch the same listing: 168,746 of 169,960 rows are repeats.</a:t>
            </a:r>
            <a:endParaRPr lang="en-US" sz="1400" dirty="0"/>
          </a:p>
        </p:txBody>
      </p:sp>
      <p:sp>
        <p:nvSpPr>
          <p:cNvPr id="9" name="Challenge 2 card"/>
          <p:cNvSpPr/>
          <p:nvPr/>
        </p:nvSpPr>
        <p:spPr>
          <a:xfrm>
            <a:off x="4311396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Challenge 2 icon circle"/>
          <p:cNvSpPr/>
          <p:nvPr/>
        </p:nvSpPr>
        <p:spPr>
          <a:xfrm>
            <a:off x="4539996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hallenge 2 icon" descr="Challenge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2504542"/>
            <a:ext cx="294437" cy="294437"/>
          </a:xfrm>
          <a:prstGeom prst="rect">
            <a:avLst/>
          </a:prstGeom>
        </p:spPr>
      </p:pic>
      <p:sp>
        <p:nvSpPr>
          <p:cNvPr id="12" name="Challenge 2 title"/>
          <p:cNvSpPr txBox="1"/>
          <p:nvPr/>
        </p:nvSpPr>
        <p:spPr>
          <a:xfrm>
            <a:off x="5362956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Filters not applied</a:t>
            </a:r>
            <a:endParaRPr lang="en-US" sz="1800" dirty="0"/>
          </a:p>
        </p:txBody>
      </p:sp>
      <p:sp>
        <p:nvSpPr>
          <p:cNvPr id="13" name="Challenge 2 text"/>
          <p:cNvSpPr txBox="1"/>
          <p:nvPr/>
        </p:nvSpPr>
        <p:spPr>
          <a:xfrm>
            <a:off x="4539996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 after # stays in the browser, so 176 listings cost more than the €100,000 filter.</a:t>
            </a:r>
            <a:endParaRPr lang="en-US" sz="1400" dirty="0"/>
          </a:p>
        </p:txBody>
      </p:sp>
      <p:sp>
        <p:nvSpPr>
          <p:cNvPr id="14" name="Challenge 3 card"/>
          <p:cNvSpPr/>
          <p:nvPr/>
        </p:nvSpPr>
        <p:spPr>
          <a:xfrm>
            <a:off x="8074152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Challenge 3 icon circle"/>
          <p:cNvSpPr/>
          <p:nvPr/>
        </p:nvSpPr>
        <p:spPr>
          <a:xfrm>
            <a:off x="8302752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hallenge 3 icon" descr="Challenge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2504542"/>
            <a:ext cx="294437" cy="294437"/>
          </a:xfrm>
          <a:prstGeom prst="rect">
            <a:avLst/>
          </a:prstGeom>
        </p:spPr>
      </p:pic>
      <p:sp>
        <p:nvSpPr>
          <p:cNvPr id="17" name="Challenge 3 title"/>
          <p:cNvSpPr txBox="1"/>
          <p:nvPr/>
        </p:nvSpPr>
        <p:spPr>
          <a:xfrm>
            <a:off x="9125712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Doubled model names</a:t>
            </a:r>
            <a:endParaRPr lang="en-US" sz="1800" dirty="0"/>
          </a:p>
        </p:txBody>
      </p:sp>
      <p:sp>
        <p:nvSpPr>
          <p:cNvPr id="18" name="Challenge 3 text"/>
          <p:cNvSpPr txBox="1"/>
          <p:nvPr/>
        </p:nvSpPr>
        <p:spPr>
          <a:xfrm>
            <a:off x="8302752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688 of 1,214 listings repeat the title twice, so names need cleaning.</a:t>
            </a:r>
            <a:endParaRPr lang="en-US" sz="1400" dirty="0"/>
          </a:p>
        </p:txBody>
      </p:sp>
      <p:sp>
        <p:nvSpPr>
          <p:cNvPr id="19" name="Challenge 4 card"/>
          <p:cNvSpPr/>
          <p:nvPr/>
        </p:nvSpPr>
        <p:spPr>
          <a:xfrm>
            <a:off x="548640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Challenge 4 icon circle"/>
          <p:cNvSpPr/>
          <p:nvPr/>
        </p:nvSpPr>
        <p:spPr>
          <a:xfrm>
            <a:off x="777240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hallenge 4 icon" descr="Challenge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2" y="4607662"/>
            <a:ext cx="294437" cy="294437"/>
          </a:xfrm>
          <a:prstGeom prst="rect">
            <a:avLst/>
          </a:prstGeom>
        </p:spPr>
      </p:pic>
      <p:sp>
        <p:nvSpPr>
          <p:cNvPr id="22" name="Challenge 4 title"/>
          <p:cNvSpPr txBox="1"/>
          <p:nvPr/>
        </p:nvSpPr>
        <p:spPr>
          <a:xfrm>
            <a:off x="160020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Missing values handled</a:t>
            </a:r>
            <a:endParaRPr lang="en-US" sz="1800" dirty="0"/>
          </a:p>
        </p:txBody>
      </p:sp>
      <p:sp>
        <p:nvSpPr>
          <p:cNvPr id="23" name="Challenge 4 text"/>
          <p:cNvSpPr txBox="1"/>
          <p:nvPr/>
        </p:nvSpPr>
        <p:spPr>
          <a:xfrm>
            <a:off x="777240" y="5212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field falls back to np.nan. Our data had 0 gaps.</a:t>
            </a:r>
            <a:endParaRPr lang="en-US" sz="1400" dirty="0"/>
          </a:p>
        </p:txBody>
      </p:sp>
      <p:sp>
        <p:nvSpPr>
          <p:cNvPr id="24" name="Challenge 5 card"/>
          <p:cNvSpPr/>
          <p:nvPr/>
        </p:nvSpPr>
        <p:spPr>
          <a:xfrm>
            <a:off x="4311396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5" name="Challenge 5 icon circle"/>
          <p:cNvSpPr/>
          <p:nvPr/>
        </p:nvSpPr>
        <p:spPr>
          <a:xfrm>
            <a:off x="4539996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hallenge 5 icon" descr="Challenge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818" y="4607662"/>
            <a:ext cx="294437" cy="294437"/>
          </a:xfrm>
          <a:prstGeom prst="rect">
            <a:avLst/>
          </a:prstGeom>
        </p:spPr>
      </p:pic>
      <p:sp>
        <p:nvSpPr>
          <p:cNvPr id="27" name="Challenge 5 title"/>
          <p:cNvSpPr txBox="1"/>
          <p:nvPr/>
        </p:nvSpPr>
        <p:spPr>
          <a:xfrm>
            <a:off x="5362956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Polite rate limit</a:t>
            </a:r>
            <a:endParaRPr lang="en-US" sz="1800" dirty="0"/>
          </a:p>
        </p:txBody>
      </p:sp>
      <p:sp>
        <p:nvSpPr>
          <p:cNvPr id="28" name="Challenge 5 text"/>
          <p:cNvSpPr txBox="1"/>
          <p:nvPr/>
        </p:nvSpPr>
        <p:spPr>
          <a:xfrm>
            <a:off x="4539996" y="5212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time.sleep(3) between pages lowers the load on the site.</a:t>
            </a:r>
            <a:endParaRPr lang="en-US" sz="1400" dirty="0"/>
          </a:p>
        </p:txBody>
      </p:sp>
      <p:sp>
        <p:nvSpPr>
          <p:cNvPr id="29" name="Challenge 6 card"/>
          <p:cNvSpPr/>
          <p:nvPr/>
        </p:nvSpPr>
        <p:spPr>
          <a:xfrm>
            <a:off x="8074152" y="420624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0" name="Challenge 6 icon circle"/>
          <p:cNvSpPr/>
          <p:nvPr/>
        </p:nvSpPr>
        <p:spPr>
          <a:xfrm>
            <a:off x="8302752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hallenge 6 icon" descr="Challenge 6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74" y="4607662"/>
            <a:ext cx="294437" cy="294437"/>
          </a:xfrm>
          <a:prstGeom prst="rect">
            <a:avLst/>
          </a:prstGeom>
        </p:spPr>
      </p:pic>
      <p:sp>
        <p:nvSpPr>
          <p:cNvPr id="32" name="Challenge 6 title"/>
          <p:cNvSpPr txBox="1"/>
          <p:nvPr/>
        </p:nvSpPr>
        <p:spPr>
          <a:xfrm>
            <a:off x="9125712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Fragile selectors</a:t>
            </a:r>
            <a:endParaRPr lang="en-US" sz="1800" dirty="0"/>
          </a:p>
        </p:txBody>
      </p:sp>
      <p:sp>
        <p:nvSpPr>
          <p:cNvPr id="33" name="Challenge 6 text"/>
          <p:cNvSpPr txBox="1"/>
          <p:nvPr/>
        </p:nvSpPr>
        <p:spPr>
          <a:xfrm>
            <a:off x="8302752" y="5212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names like erange_real could break after a site redesign.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 and future scope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What we achieved and where to go next</a:t>
            </a:r>
            <a:endParaRPr lang="en-US" sz="1600" dirty="0"/>
          </a:p>
        </p:txBody>
      </p:sp>
      <p:sp>
        <p:nvSpPr>
          <p:cNvPr id="4" name="Conclusion card"/>
          <p:cNvSpPr/>
          <p:nvPr/>
        </p:nvSpPr>
        <p:spPr>
          <a:xfrm>
            <a:off x="548640" y="210312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Conclusion heading"/>
          <p:cNvSpPr txBox="1"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6" name="Conclusion list"/>
          <p:cNvSpPr txBox="1"/>
          <p:nvPr/>
        </p:nvSpPr>
        <p:spPr>
          <a:xfrm>
            <a:off x="822960" y="28346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Built an automated scraper for EV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Collected 169,960 records with 12 attributes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Found 1,214 unique listings from 74 brands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Saved a CSV ready for analysis and charts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Showed the value of Python web scraping for EV market research</a:t>
            </a:r>
            <a:endParaRPr lang="en-US" sz="1600" dirty="0"/>
          </a:p>
        </p:txBody>
      </p:sp>
      <p:sp>
        <p:nvSpPr>
          <p:cNvPr id="7" name="Future scope card"/>
          <p:cNvSpPr/>
          <p:nvPr/>
        </p:nvSpPr>
        <p:spPr>
          <a:xfrm>
            <a:off x="6199632" y="210312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/>
        </p:spPr>
      </p:sp>
      <p:sp>
        <p:nvSpPr>
          <p:cNvPr id="8" name="Future heading"/>
          <p:cNvSpPr txBox="1"/>
          <p:nvPr/>
        </p:nvSpPr>
        <p:spPr>
          <a:xfrm>
            <a:off x="6473952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9" name="Future list"/>
          <p:cNvSpPr txBox="1"/>
          <p:nvPr/>
        </p:nvSpPr>
        <p:spPr>
          <a:xfrm>
            <a:off x="6473952" y="28346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Fix pagination so each page returns new listings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Remove duplicates and clean model names automatically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Add more EV websites as data sources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Schedule scraping to track price changes over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Build a dashboard and a price prediction model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5F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logo" descr="Innomatics Technology Hub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1371600"/>
            <a:ext cx="4572000" cy="1148486"/>
          </a:xfrm>
          <a:prstGeom prst="rect">
            <a:avLst/>
          </a:prstGeom>
        </p:spPr>
      </p:pic>
      <p:sp>
        <p:nvSpPr>
          <p:cNvPr id="3" name="Thank you"/>
          <p:cNvSpPr txBox="1"/>
          <p:nvPr/>
        </p:nvSpPr>
        <p:spPr>
          <a:xfrm>
            <a:off x="548640" y="29260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Presenter name"/>
          <p:cNvSpPr txBox="1"/>
          <p:nvPr/>
        </p:nvSpPr>
        <p:spPr>
          <a:xfrm>
            <a:off x="548640" y="4206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D.PRABHUKUMAR</a:t>
            </a:r>
            <a:endParaRPr lang="en-US" sz="2000" dirty="0"/>
          </a:p>
        </p:txBody>
      </p:sp>
      <p:sp>
        <p:nvSpPr>
          <p:cNvPr id="5" name="Project name"/>
          <p:cNvSpPr txBox="1"/>
          <p:nvPr/>
        </p:nvSpPr>
        <p:spPr>
          <a:xfrm>
            <a:off x="548640" y="4709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Web Scraping Project on Electric Vehicle Market Intelligence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nomatics EV Scraping">
  <a:themeElements>
    <a:clrScheme name="Innomatics EV Scraping">
      <a:dk1>
        <a:srgbClr val="1D1D1B"/>
      </a:dk1>
      <a:lt1>
        <a:srgbClr val="FFFFFF"/>
      </a:lt1>
      <a:dk2>
        <a:srgbClr val="5F5F5F"/>
      </a:dk2>
      <a:lt2>
        <a:srgbClr val="F4F4F4"/>
      </a:lt2>
      <a:accent1>
        <a:srgbClr val="E11B22"/>
      </a:accent1>
      <a:accent2>
        <a:srgbClr val="1D1D1B"/>
      </a:accent2>
      <a:accent3>
        <a:srgbClr val="5F5F5F"/>
      </a:accent3>
      <a:accent4>
        <a:srgbClr val="F4F4F4"/>
      </a:accent4>
      <a:accent5>
        <a:srgbClr val="E11B22"/>
      </a:accent5>
      <a:accent6>
        <a:srgbClr val="1D1D1B"/>
      </a:accent6>
      <a:hlink>
        <a:srgbClr val="E11B22"/>
      </a:hlink>
      <a:folHlink>
        <a:srgbClr val="5F5F5F"/>
      </a:folHlink>
    </a:clrScheme>
    <a:fontScheme name="Innomatics EV Scraping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Project on Electric Vehicle Market Intelligence</dc:title>
  <dc:subject>PptxGenJS Presentation</dc:subject>
  <dc:creator>D.Prabhukumar</dc:creator>
  <cp:lastModifiedBy>D.Prabhukumar</cp:lastModifiedBy>
  <cp:revision>1</cp:revision>
  <dcterms:created xsi:type="dcterms:W3CDTF">2026-10-28T11:48:58Z</dcterms:created>
  <dcterms:modified xsi:type="dcterms:W3CDTF">2026-10-28T11:48:58Z</dcterms:modified>
</cp:coreProperties>
</file>